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3" r:id="rId1"/>
    <p:sldMasterId id="2147483656" r:id="rId2"/>
    <p:sldMasterId id="2147483680" r:id="rId3"/>
    <p:sldMasterId id="2147483685" r:id="rId4"/>
    <p:sldMasterId id="2147483699" r:id="rId5"/>
  </p:sldMasterIdLst>
  <p:notesMasterIdLst>
    <p:notesMasterId r:id="rId16"/>
  </p:notesMasterIdLst>
  <p:handoutMasterIdLst>
    <p:handoutMasterId r:id="rId17"/>
  </p:handoutMasterIdLst>
  <p:sldIdLst>
    <p:sldId id="256" r:id="rId12"/>
    <p:sldId id="257" r:id="rId13"/>
    <p:sldId id="258" r:id="rId14"/>
    <p:sldId id="259" r:id="rId15"/>
    <p:sldId id="260" r:id="rId11"/>
    <p:sldId id="261" r:id="rId10"/>
    <p:sldId id="262" r:id="rId9"/>
    <p:sldId id="263" r:id="rId8"/>
    <p:sldId id="264" r:id="rId7"/>
    <p:sldId id="265" r:id="rId6"/>
    <p:sldId id="266" r:id="rId22"/>
    <p:sldId id="267" r:id="rId23"/>
    <p:sldId id="268" r:id="rId24"/>
    <p:sldId id="269" r:id="rId25"/>
    <p:sldId id="270" r:id="rId26"/>
    <p:sldId id="271" r:id="rId27"/>
    <p:sldId id="272" r:id="rId28"/>
    <p:sldId id="273" r:id="rId29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EAD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73"/>
  </p:normalViewPr>
  <p:slideViewPr>
    <p:cSldViewPr snapToGrid="0" snapToObjects="1">
      <p:cViewPr varScale="1">
        <p:scale>
          <a:sx n="107" d="100"/>
          <a:sy n="107" d="100"/>
        </p:scale>
        <p:origin x="612" y="10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88" d="100"/>
          <a:sy n="88" d="100"/>
        </p:scale>
        <p:origin x="3822" y="66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Master" Target="slideMasters/slideMaster3.xml"/><Relationship Id="rId4" Type="http://schemas.openxmlformats.org/officeDocument/2006/relationships/slideMaster" Target="slideMasters/slideMaster4.xml"/><Relationship Id="rId5" Type="http://schemas.openxmlformats.org/officeDocument/2006/relationships/slideMaster" Target="slideMasters/slideMaster5.xml"/><Relationship Id="rId6" Type="http://schemas.openxmlformats.org/officeDocument/2006/relationships/slide" Target="slides/slide10.xml"/><Relationship Id="rId7" Type="http://schemas.openxmlformats.org/officeDocument/2006/relationships/slide" Target="slides/slide9.xml"/><Relationship Id="rId8" Type="http://schemas.openxmlformats.org/officeDocument/2006/relationships/slide" Target="slides/slide8.xml"/><Relationship Id="rId9" Type="http://schemas.openxmlformats.org/officeDocument/2006/relationships/slide" Target="slides/slide7.xml"/><Relationship Id="rId10" Type="http://schemas.openxmlformats.org/officeDocument/2006/relationships/slide" Target="slides/slide6.xml"/><Relationship Id="rId11" Type="http://schemas.openxmlformats.org/officeDocument/2006/relationships/slide" Target="slides/slide5.xml"/><Relationship Id="rId12" Type="http://schemas.openxmlformats.org/officeDocument/2006/relationships/slide" Target="slides/slide1.xml"/><Relationship Id="rId13" Type="http://schemas.openxmlformats.org/officeDocument/2006/relationships/slide" Target="slides/slide2.xml"/><Relationship Id="rId14" Type="http://schemas.openxmlformats.org/officeDocument/2006/relationships/slide" Target="slides/slide3.xml"/><Relationship Id="rId15" Type="http://schemas.openxmlformats.org/officeDocument/2006/relationships/slide" Target="slides/slide4.xml"/><Relationship Id="rId16" Type="http://schemas.openxmlformats.org/officeDocument/2006/relationships/notesMaster" Target="notesMasters/notesMaster1.xml"/><Relationship Id="rId17" Type="http://schemas.openxmlformats.org/officeDocument/2006/relationships/handoutMaster" Target="handoutMasters/handout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Relationship Id="rId22" Type="http://schemas.openxmlformats.org/officeDocument/2006/relationships/slide" Target="slides/slide11.xml"/><Relationship Id="rId23" Type="http://schemas.openxmlformats.org/officeDocument/2006/relationships/slide" Target="slides/slide12.xml"/><Relationship Id="rId24" Type="http://schemas.openxmlformats.org/officeDocument/2006/relationships/slide" Target="slides/slide13.xml"/><Relationship Id="rId25" Type="http://schemas.openxmlformats.org/officeDocument/2006/relationships/slide" Target="slides/slide14.xml"/><Relationship Id="rId26" Type="http://schemas.openxmlformats.org/officeDocument/2006/relationships/slide" Target="slides/slide15.xml"/><Relationship Id="rId27" Type="http://schemas.openxmlformats.org/officeDocument/2006/relationships/slide" Target="slides/slide16.xml"/><Relationship Id="rId28" Type="http://schemas.openxmlformats.org/officeDocument/2006/relationships/slide" Target="slides/slide17.xml"/><Relationship Id="rId29" Type="http://schemas.openxmlformats.org/officeDocument/2006/relationships/slide" Target="slides/slide18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7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DCE5254A-FBCB-B444-AF72-FCFABD6B9A3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81C3220B-5B46-9841-98EC-DF5C6E90E45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B67DAF-59A7-5648-9346-451BAEB098C6}" type="datetimeFigureOut">
              <a:rPr lang="es-ES" smtClean="0"/>
              <a:t>09/03/2022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48297E16-809F-A949-9AF0-120C7A751C3D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9E2FF8AA-833A-2144-90FF-67A4ECDD503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3286112-85CF-A846-AAA7-7FFEF9F4425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7619587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3A3AB20-4437-9340-9FF8-81347A87F1AD}" type="datetimeFigureOut">
              <a:rPr lang="es-ES" smtClean="0"/>
              <a:t>09/03/2022</a:t>
            </a:fld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s-ES"/>
              <a:t>Editar los estilos de texto del patrón
Segundo nivel
Tercer nivel
Cuarto nivel
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941311A-5966-C54A-8A32-DB537D3CAD5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926143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6.png"/><Relationship Id="rId3" Type="http://schemas.openxmlformats.org/officeDocument/2006/relationships/image" Target="../media/image3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7.png"/><Relationship Id="rId3" Type="http://schemas.openxmlformats.org/officeDocument/2006/relationships/image" Target="../media/image3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8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9.png"/><Relationship Id="rId3" Type="http://schemas.openxmlformats.org/officeDocument/2006/relationships/image" Target="../media/image8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0.png"/><Relationship Id="rId3" Type="http://schemas.openxmlformats.org/officeDocument/2006/relationships/image" Target="../media/image3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1.jpeg"/><Relationship Id="rId3" Type="http://schemas.openxmlformats.org/officeDocument/2006/relationships/image" Target="../media/image3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8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3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2.jpeg"/><Relationship Id="rId3" Type="http://schemas.openxmlformats.org/officeDocument/2006/relationships/image" Target="../media/image8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3.jpeg"/><Relationship Id="rId3" Type="http://schemas.openxmlformats.org/officeDocument/2006/relationships/image" Target="../media/image3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3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3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3.pn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ici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n 7">
            <a:extLst>
              <a:ext uri="{FF2B5EF4-FFF2-40B4-BE49-F238E27FC236}">
                <a16:creationId xmlns:a16="http://schemas.microsoft.com/office/drawing/2014/main" id="{32B78233-A5DB-994B-BD41-02BB62B896C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12095" y="0"/>
            <a:ext cx="12204096" cy="6858000"/>
          </a:xfrm>
          <a:prstGeom prst="rect">
            <a:avLst/>
          </a:prstGeom>
        </p:spPr>
      </p:pic>
      <p:sp>
        <p:nvSpPr>
          <p:cNvPr id="9" name="Marcador de texto 13">
            <a:extLst>
              <a:ext uri="{FF2B5EF4-FFF2-40B4-BE49-F238E27FC236}">
                <a16:creationId xmlns:a16="http://schemas.microsoft.com/office/drawing/2014/main" id="{204741AB-5D58-1643-89C3-8D22DB98A0D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46893" y="325097"/>
            <a:ext cx="7580339" cy="902393"/>
          </a:xfrm>
          <a:prstGeom prst="rect">
            <a:avLst/>
          </a:prstGeom>
        </p:spPr>
        <p:txBody>
          <a:bodyPr wrap="square"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5400" b="0" i="0" spc="-100" baseline="0">
                <a:solidFill>
                  <a:schemeClr val="tx1"/>
                </a:solidFill>
                <a:latin typeface="Periodico Display UltraLight" panose="02000504070000020004" pitchFamily="2" charset="77"/>
                <a:cs typeface="Times New Roman" panose="02020603050405020304" pitchFamily="18" charset="0"/>
              </a:defRPr>
            </a:lvl1pPr>
          </a:lstStyle>
          <a:p>
            <a:r>
              <a:rPr lang="es-ES" dirty="0"/>
              <a:t>Título presentación</a:t>
            </a:r>
          </a:p>
        </p:txBody>
      </p:sp>
      <p:sp>
        <p:nvSpPr>
          <p:cNvPr id="10" name="Marcador de texto 13">
            <a:extLst>
              <a:ext uri="{FF2B5EF4-FFF2-40B4-BE49-F238E27FC236}">
                <a16:creationId xmlns:a16="http://schemas.microsoft.com/office/drawing/2014/main" id="{DF7306E1-EC40-8E43-99C5-762DD981924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46893" y="1264063"/>
            <a:ext cx="7570912" cy="563602"/>
          </a:xfrm>
          <a:prstGeom prst="rect">
            <a:avLst/>
          </a:prstGeom>
        </p:spPr>
        <p:txBody>
          <a:bodyPr wrap="square"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3300" b="0" i="0" spc="0" baseline="0">
                <a:solidFill>
                  <a:schemeClr val="tx1"/>
                </a:solidFill>
                <a:latin typeface="Visuelt Pro" panose="020B0503040202040104" pitchFamily="34" charset="0"/>
                <a:cs typeface="Arial" panose="020B0604020202020204" pitchFamily="34" charset="0"/>
              </a:defRPr>
            </a:lvl1pPr>
          </a:lstStyle>
          <a:p>
            <a:r>
              <a:rPr lang="es-ES" dirty="0"/>
              <a:t>Subtítulo presentación</a:t>
            </a: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E96E94D9-77ED-4844-97B3-F10D42E565D1}"/>
              </a:ext>
            </a:extLst>
          </p:cNvPr>
          <p:cNvSpPr txBox="1"/>
          <p:nvPr userDrawn="1"/>
        </p:nvSpPr>
        <p:spPr>
          <a:xfrm>
            <a:off x="329937" y="6202837"/>
            <a:ext cx="1259965" cy="307777"/>
          </a:xfrm>
          <a:prstGeom prst="rect">
            <a:avLst/>
          </a:prstGeom>
          <a:noFill/>
        </p:spPr>
        <p:txBody>
          <a:bodyPr wrap="square" rtlCol="0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FFFFFF"/>
                </a:solidFill>
                <a:latin typeface="Arial"/>
              </a:rPr>
              <a:t>2026</a:t>
            </a:r>
            <a:endParaRPr lang="es-ES" sz="1400" b="0" i="0" dirty="0">
              <a:solidFill>
                <a:schemeClr val="bg1"/>
              </a:solidFill>
              <a:latin typeface="Visuelt Pro" panose="020B05030402020401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075149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i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n 7">
            <a:extLst>
              <a:ext uri="{FF2B5EF4-FFF2-40B4-BE49-F238E27FC236}">
                <a16:creationId xmlns:a16="http://schemas.microsoft.com/office/drawing/2014/main" id="{A98B2BFC-9FDE-5B4B-BCF2-2C8FCC4E850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148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Marcador de texto 13">
            <a:extLst>
              <a:ext uri="{FF2B5EF4-FFF2-40B4-BE49-F238E27FC236}">
                <a16:creationId xmlns:a16="http://schemas.microsoft.com/office/drawing/2014/main" id="{204741AB-5D58-1643-89C3-8D22DB98A0D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46893" y="325097"/>
            <a:ext cx="7580339" cy="1207370"/>
          </a:xfrm>
          <a:prstGeom prst="rect">
            <a:avLst/>
          </a:prstGeom>
        </p:spPr>
        <p:txBody>
          <a:bodyPr wrap="square"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8000" b="0" i="0" spc="-100" baseline="0">
                <a:solidFill>
                  <a:schemeClr val="tx1"/>
                </a:solidFill>
                <a:latin typeface="Periodico Display UltraLight" panose="02000504070000020004" pitchFamily="2" charset="77"/>
                <a:cs typeface="Times New Roman" panose="02020603050405020304" pitchFamily="18" charset="0"/>
              </a:defRPr>
            </a:lvl1pPr>
          </a:lstStyle>
          <a:p>
            <a:r>
              <a:rPr lang="es-ES" dirty="0"/>
              <a:t>¡Gracias!</a:t>
            </a:r>
          </a:p>
        </p:txBody>
      </p:sp>
    </p:spTree>
    <p:extLst>
      <p:ext uri="{BB962C8B-B14F-4D97-AF65-F5344CB8AC3E}">
        <p14:creationId xmlns:p14="http://schemas.microsoft.com/office/powerpoint/2010/main" val="7256031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eño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>
            <a:extLst>
              <a:ext uri="{FF2B5EF4-FFF2-40B4-BE49-F238E27FC236}">
                <a16:creationId xmlns:a16="http://schemas.microsoft.com/office/drawing/2014/main" id="{442E1C2F-5BF7-6A4B-B25E-96F8E791510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351227" y="0"/>
            <a:ext cx="12192000" cy="6858000"/>
          </a:xfrm>
          <a:prstGeom prst="rect">
            <a:avLst/>
          </a:prstGeom>
        </p:spPr>
      </p:pic>
      <p:sp>
        <p:nvSpPr>
          <p:cNvPr id="8" name="Marcador de texto 13">
            <a:extLst>
              <a:ext uri="{FF2B5EF4-FFF2-40B4-BE49-F238E27FC236}">
                <a16:creationId xmlns:a16="http://schemas.microsoft.com/office/drawing/2014/main" id="{B6CB6766-AA25-7F46-A3DD-4D70475B902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28160" y="5054600"/>
            <a:ext cx="11415107" cy="948267"/>
          </a:xfrm>
          <a:prstGeom prst="rect">
            <a:avLst/>
          </a:prstGeom>
        </p:spPr>
        <p:txBody>
          <a:bodyPr wrap="square" lIns="0" tIns="0" rIns="0" bIns="0" anchor="b" anchorCtr="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6100" b="0" i="0" spc="-100" baseline="0">
                <a:solidFill>
                  <a:schemeClr val="tx1"/>
                </a:solidFill>
                <a:latin typeface="Periodico Display UltraLight" panose="02000504070000020004" pitchFamily="2" charset="77"/>
                <a:cs typeface="Times New Roman" panose="02020603050405020304" pitchFamily="18" charset="0"/>
              </a:defRPr>
            </a:lvl1pPr>
          </a:lstStyle>
          <a:p>
            <a:r>
              <a:rPr lang="es-ES" dirty="0"/>
              <a:t>Título capítulo</a:t>
            </a:r>
          </a:p>
        </p:txBody>
      </p:sp>
      <p:sp>
        <p:nvSpPr>
          <p:cNvPr id="14" name="Marcador de texto 13">
            <a:extLst>
              <a:ext uri="{FF2B5EF4-FFF2-40B4-BE49-F238E27FC236}">
                <a16:creationId xmlns:a16="http://schemas.microsoft.com/office/drawing/2014/main" id="{D66E09DF-0CE0-6C40-9D23-6DF3B17D892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28160" y="4125011"/>
            <a:ext cx="11415107" cy="922865"/>
          </a:xfrm>
          <a:prstGeom prst="rect">
            <a:avLst/>
          </a:prstGeom>
        </p:spPr>
        <p:txBody>
          <a:bodyPr wrap="square" lIns="0" tIns="0" rIns="0" bIns="0" anchor="t" anchorCtr="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6100" b="0" i="0" spc="-100" baseline="0">
                <a:solidFill>
                  <a:schemeClr val="tx1"/>
                </a:solidFill>
                <a:latin typeface="Periodico Display UltraLight" panose="02000504070000020004" pitchFamily="2" charset="77"/>
                <a:cs typeface="Times New Roman" panose="02020603050405020304" pitchFamily="18" charset="0"/>
              </a:defRPr>
            </a:lvl1pPr>
          </a:lstStyle>
          <a:p>
            <a:r>
              <a:rPr lang="es-ES" dirty="0"/>
              <a:t>00</a:t>
            </a:r>
            <a:br>
              <a:rPr lang="es-ES" dirty="0"/>
            </a:br>
            <a:endParaRPr lang="es-ES" dirty="0"/>
          </a:p>
        </p:txBody>
      </p:sp>
      <p:sp>
        <p:nvSpPr>
          <p:cNvPr id="7" name="Marcador de texto 25">
            <a:extLst>
              <a:ext uri="{FF2B5EF4-FFF2-40B4-BE49-F238E27FC236}">
                <a16:creationId xmlns:a16="http://schemas.microsoft.com/office/drawing/2014/main" id="{0B94D12C-EF15-7241-8F8A-D85C9BC4DDD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28160" y="6392630"/>
            <a:ext cx="4114249" cy="276999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200" b="0">
                <a:solidFill>
                  <a:schemeClr val="tx1"/>
                </a:solidFill>
                <a:latin typeface="Visuelt Pro" panose="020B0503040202040104" pitchFamily="34" charset="0"/>
              </a:defRPr>
            </a:lvl1pPr>
          </a:lstStyle>
          <a:p>
            <a:r>
              <a:rPr lang="es-ES" dirty="0"/>
              <a:t>Subtítulo presentación</a:t>
            </a:r>
          </a:p>
        </p:txBody>
      </p:sp>
    </p:spTree>
    <p:extLst>
      <p:ext uri="{BB962C8B-B14F-4D97-AF65-F5344CB8AC3E}">
        <p14:creationId xmlns:p14="http://schemas.microsoft.com/office/powerpoint/2010/main" val="10770958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eño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1617382A-8AAA-CB48-A11C-E5B5301F0D3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12609"/>
            <a:ext cx="12169585" cy="6845391"/>
          </a:xfrm>
          <a:prstGeom prst="rect">
            <a:avLst/>
          </a:prstGeom>
        </p:spPr>
      </p:pic>
      <p:sp>
        <p:nvSpPr>
          <p:cNvPr id="18" name="Marcador de texto 13">
            <a:extLst>
              <a:ext uri="{FF2B5EF4-FFF2-40B4-BE49-F238E27FC236}">
                <a16:creationId xmlns:a16="http://schemas.microsoft.com/office/drawing/2014/main" id="{39E87D53-8499-8044-B22E-74D4F562214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28160" y="5054600"/>
            <a:ext cx="11415107" cy="948267"/>
          </a:xfrm>
          <a:prstGeom prst="rect">
            <a:avLst/>
          </a:prstGeom>
        </p:spPr>
        <p:txBody>
          <a:bodyPr wrap="square" lIns="0" tIns="0" rIns="0" bIns="0" anchor="b" anchorCtr="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6100" b="0" i="0" spc="-100" baseline="0">
                <a:solidFill>
                  <a:schemeClr val="tx1"/>
                </a:solidFill>
                <a:latin typeface="Periodico Display UltraLight" panose="02000504070000020004" pitchFamily="2" charset="77"/>
                <a:cs typeface="Times New Roman" panose="02020603050405020304" pitchFamily="18" charset="0"/>
              </a:defRPr>
            </a:lvl1pPr>
          </a:lstStyle>
          <a:p>
            <a:r>
              <a:rPr lang="es-ES" dirty="0"/>
              <a:t>Título capítulo</a:t>
            </a:r>
          </a:p>
        </p:txBody>
      </p:sp>
      <p:sp>
        <p:nvSpPr>
          <p:cNvPr id="19" name="Marcador de texto 13">
            <a:extLst>
              <a:ext uri="{FF2B5EF4-FFF2-40B4-BE49-F238E27FC236}">
                <a16:creationId xmlns:a16="http://schemas.microsoft.com/office/drawing/2014/main" id="{4CD4E9A0-39A8-774F-8E5D-965329C429B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28160" y="4125011"/>
            <a:ext cx="11415107" cy="922865"/>
          </a:xfrm>
          <a:prstGeom prst="rect">
            <a:avLst/>
          </a:prstGeom>
        </p:spPr>
        <p:txBody>
          <a:bodyPr wrap="square" lIns="0" tIns="0" rIns="0" bIns="0" anchor="t" anchorCtr="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6100" b="0" i="0" spc="-100" baseline="0">
                <a:solidFill>
                  <a:schemeClr val="tx1"/>
                </a:solidFill>
                <a:latin typeface="Periodico Display UltraLight" panose="02000504070000020004" pitchFamily="2" charset="77"/>
                <a:cs typeface="Times New Roman" panose="02020603050405020304" pitchFamily="18" charset="0"/>
              </a:defRPr>
            </a:lvl1pPr>
          </a:lstStyle>
          <a:p>
            <a:r>
              <a:rPr lang="es-ES" dirty="0"/>
              <a:t>00</a:t>
            </a:r>
            <a:br>
              <a:rPr lang="es-ES" dirty="0"/>
            </a:br>
            <a:endParaRPr lang="es-ES" dirty="0"/>
          </a:p>
        </p:txBody>
      </p:sp>
      <p:sp>
        <p:nvSpPr>
          <p:cNvPr id="6" name="Marcador de texto 25">
            <a:extLst>
              <a:ext uri="{FF2B5EF4-FFF2-40B4-BE49-F238E27FC236}">
                <a16:creationId xmlns:a16="http://schemas.microsoft.com/office/drawing/2014/main" id="{776F372C-FA44-BC4A-802E-1F501B30927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28160" y="6392630"/>
            <a:ext cx="4114249" cy="276999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200" b="0">
                <a:solidFill>
                  <a:schemeClr val="tx1"/>
                </a:solidFill>
                <a:latin typeface="Visuelt Pro" panose="020B0503040202040104" pitchFamily="34" charset="0"/>
              </a:defRPr>
            </a:lvl1pPr>
          </a:lstStyle>
          <a:p>
            <a:r>
              <a:rPr lang="es-ES" dirty="0"/>
              <a:t>Subtítulo presentación</a:t>
            </a:r>
          </a:p>
        </p:txBody>
      </p:sp>
    </p:spTree>
    <p:extLst>
      <p:ext uri="{BB962C8B-B14F-4D97-AF65-F5344CB8AC3E}">
        <p14:creationId xmlns:p14="http://schemas.microsoft.com/office/powerpoint/2010/main" val="8737176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eño A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497FDEB1-C7E7-264E-BEF2-65660E1A7C1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1" name="Título 1">
            <a:extLst>
              <a:ext uri="{FF2B5EF4-FFF2-40B4-BE49-F238E27FC236}">
                <a16:creationId xmlns:a16="http://schemas.microsoft.com/office/drawing/2014/main" id="{B50D3FED-6049-FA4B-8A37-E5F06A6B464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73079" y="1997132"/>
            <a:ext cx="10645842" cy="3433758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buFont typeface="Arial" panose="020B0604020202020204" pitchFamily="34" charset="0"/>
              <a:buNone/>
              <a:defRPr sz="5000" b="0" i="0">
                <a:latin typeface="Visuelt Pro" panose="020B0503040202040104" pitchFamily="34" charset="0"/>
              </a:defRPr>
            </a:lvl1pPr>
          </a:lstStyle>
          <a:p>
            <a:r>
              <a:rPr lang="es-ES" dirty="0"/>
              <a:t>Texto destacado </a:t>
            </a:r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r>
              <a:rPr lang="es-ES" dirty="0"/>
              <a:t>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, </a:t>
            </a:r>
            <a:r>
              <a:rPr lang="es-ES" dirty="0" err="1"/>
              <a:t>consectetuer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, sed </a:t>
            </a:r>
            <a:r>
              <a:rPr lang="es-ES" dirty="0" err="1"/>
              <a:t>diam</a:t>
            </a:r>
            <a:r>
              <a:rPr lang="es-ES" dirty="0"/>
              <a:t> </a:t>
            </a:r>
            <a:r>
              <a:rPr lang="es-ES" dirty="0" err="1"/>
              <a:t>nonummy</a:t>
            </a:r>
            <a:r>
              <a:rPr lang="es-ES" dirty="0"/>
              <a:t> </a:t>
            </a:r>
            <a:r>
              <a:rPr lang="es-ES" dirty="0" err="1"/>
              <a:t>nibh</a:t>
            </a:r>
            <a:r>
              <a:rPr lang="es-ES" dirty="0"/>
              <a:t> </a:t>
            </a:r>
            <a:r>
              <a:rPr lang="es-ES" dirty="0" err="1"/>
              <a:t>euismod</a:t>
            </a:r>
            <a:r>
              <a:rPr lang="es-ES" dirty="0"/>
              <a:t> </a:t>
            </a:r>
            <a:r>
              <a:rPr lang="es-ES" dirty="0" err="1"/>
              <a:t>tincidunt</a:t>
            </a:r>
            <a:r>
              <a:rPr lang="es-ES" dirty="0"/>
              <a:t> ut </a:t>
            </a:r>
            <a:r>
              <a:rPr lang="es-ES" dirty="0" err="1"/>
              <a:t>laoreet</a:t>
            </a:r>
            <a:r>
              <a:rPr lang="es-ES" dirty="0"/>
              <a:t> </a:t>
            </a:r>
            <a:r>
              <a:rPr lang="es-ES" dirty="0" err="1"/>
              <a:t>destacat</a:t>
            </a:r>
            <a:r>
              <a:rPr lang="es-ES" dirty="0"/>
              <a:t> magna </a:t>
            </a:r>
            <a:r>
              <a:rPr lang="es-ES" dirty="0" err="1"/>
              <a:t>aliquam</a:t>
            </a:r>
            <a:r>
              <a:rPr lang="es-ES" dirty="0"/>
              <a:t> </a:t>
            </a:r>
            <a:r>
              <a:rPr lang="es-ES" dirty="0" err="1"/>
              <a:t>erat</a:t>
            </a:r>
            <a:r>
              <a:rPr lang="es-ES" dirty="0"/>
              <a:t> </a:t>
            </a:r>
            <a:r>
              <a:rPr lang="es-ES" dirty="0" err="1"/>
              <a:t>volutpat</a:t>
            </a:r>
            <a:r>
              <a:rPr lang="es-ES" dirty="0"/>
              <a:t>.</a:t>
            </a: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ECEBB2E2-DBE2-7D45-85D9-738DBA6B0366}"/>
              </a:ext>
            </a:extLst>
          </p:cNvPr>
          <p:cNvSpPr txBox="1"/>
          <p:nvPr userDrawn="1"/>
        </p:nvSpPr>
        <p:spPr>
          <a:xfrm>
            <a:off x="10915587" y="6399354"/>
            <a:ext cx="1056278" cy="276999"/>
          </a:xfrm>
          <a:prstGeom prst="rect">
            <a:avLst/>
          </a:prstGeom>
          <a:noFill/>
        </p:spPr>
        <p:txBody>
          <a:bodyPr wrap="square" rtlCol="0" lIns="0" rIns="0" tIns="0" bIns="0" anchor="ctr">
            <a:spAutoFit/>
          </a:bodyPr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sz="900" b="0" i="0">
                <a:solidFill>
                  <a:srgbClr val="16171A"/>
                </a:solidFill>
                <a:latin typeface="Arial"/>
              </a:rPr>
              <a:t>2026</a:t>
            </a:r>
            <a:endParaRPr lang="es-ES" sz="1200" b="0" i="0" dirty="0">
              <a:solidFill>
                <a:schemeClr val="tx1"/>
              </a:solidFill>
              <a:latin typeface="Visuelt Pro" panose="020B0503040202040104" pitchFamily="34" charset="0"/>
              <a:cs typeface="Arial" panose="020B0604020202020204" pitchFamily="34" charset="0"/>
            </a:endParaRPr>
          </a:p>
        </p:txBody>
      </p:sp>
      <p:sp>
        <p:nvSpPr>
          <p:cNvPr id="27" name="Marcador de texto 25">
            <a:extLst>
              <a:ext uri="{FF2B5EF4-FFF2-40B4-BE49-F238E27FC236}">
                <a16:creationId xmlns:a16="http://schemas.microsoft.com/office/drawing/2014/main" id="{20E762A7-AB1F-594B-A340-FF5D4F7B0B1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7464" y="894089"/>
            <a:ext cx="4114249" cy="52364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100" b="0" i="0">
                <a:solidFill>
                  <a:schemeClr val="bg2"/>
                </a:solidFill>
                <a:latin typeface="Periodico Display" panose="02000504080000020004" pitchFamily="2" charset="77"/>
                <a:cs typeface="Times New Roman" panose="02020603050405020304" pitchFamily="18" charset="0"/>
              </a:defRPr>
            </a:lvl1pPr>
          </a:lstStyle>
          <a:p>
            <a:r>
              <a:rPr lang="es-ES" dirty="0"/>
              <a:t>Título </a:t>
            </a:r>
            <a:r>
              <a:rPr lang="es-ES" dirty="0" err="1"/>
              <a:t>slide</a:t>
            </a:r>
            <a:endParaRPr lang="es-ES" dirty="0"/>
          </a:p>
        </p:txBody>
      </p:sp>
      <p:sp>
        <p:nvSpPr>
          <p:cNvPr id="29" name="Marcador de texto 25">
            <a:extLst>
              <a:ext uri="{FF2B5EF4-FFF2-40B4-BE49-F238E27FC236}">
                <a16:creationId xmlns:a16="http://schemas.microsoft.com/office/drawing/2014/main" id="{468D7502-58FE-6643-944A-CFE1CE85A53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57464" y="306003"/>
            <a:ext cx="4159359" cy="282083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200" b="0">
                <a:solidFill>
                  <a:schemeClr val="bg2"/>
                </a:solidFill>
                <a:latin typeface="Visuelt Pro" panose="020B0503040202040104" pitchFamily="34" charset="0"/>
              </a:defRPr>
            </a:lvl1pPr>
          </a:lstStyle>
          <a:p>
            <a:r>
              <a:rPr lang="es-ES" dirty="0"/>
              <a:t>00. Título capítulo</a:t>
            </a:r>
          </a:p>
        </p:txBody>
      </p:sp>
      <p:sp>
        <p:nvSpPr>
          <p:cNvPr id="32" name="Marcador de texto 25">
            <a:extLst>
              <a:ext uri="{FF2B5EF4-FFF2-40B4-BE49-F238E27FC236}">
                <a16:creationId xmlns:a16="http://schemas.microsoft.com/office/drawing/2014/main" id="{66002469-9E56-F043-A66E-8B630B63C4D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57464" y="6399353"/>
            <a:ext cx="4114249" cy="276999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200" b="0">
                <a:solidFill>
                  <a:schemeClr val="tx1"/>
                </a:solidFill>
                <a:latin typeface="Visuelt Pro" panose="020B0503040202040104" pitchFamily="34" charset="0"/>
              </a:defRPr>
            </a:lvl1pPr>
          </a:lstStyle>
          <a:p>
            <a:r>
              <a:rPr lang="es-ES" dirty="0"/>
              <a:t>Título presentación</a:t>
            </a: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C55EBDB8-65D6-0E4A-B030-1E865AEFC8E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857743" y="126162"/>
            <a:ext cx="1205070" cy="6025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193273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eño B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n 8">
            <a:extLst>
              <a:ext uri="{FF2B5EF4-FFF2-40B4-BE49-F238E27FC236}">
                <a16:creationId xmlns:a16="http://schemas.microsoft.com/office/drawing/2014/main" id="{7D36275F-3158-3E40-8E88-18EE0F31E92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3" name="CuadroTexto 12">
            <a:extLst>
              <a:ext uri="{FF2B5EF4-FFF2-40B4-BE49-F238E27FC236}">
                <a16:creationId xmlns:a16="http://schemas.microsoft.com/office/drawing/2014/main" id="{BB85E97A-5666-E74E-8C82-E93E0115A0AD}"/>
              </a:ext>
            </a:extLst>
          </p:cNvPr>
          <p:cNvSpPr txBox="1"/>
          <p:nvPr userDrawn="1"/>
        </p:nvSpPr>
        <p:spPr>
          <a:xfrm>
            <a:off x="10915587" y="6399354"/>
            <a:ext cx="1056278" cy="276999"/>
          </a:xfrm>
          <a:prstGeom prst="rect">
            <a:avLst/>
          </a:prstGeom>
          <a:noFill/>
        </p:spPr>
        <p:txBody>
          <a:bodyPr wrap="square" rtlCol="0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6171A"/>
                </a:solidFill>
                <a:latin typeface="Arial"/>
              </a:rPr>
              <a:t>2026</a:t>
            </a:r>
            <a:endParaRPr lang="es-ES" sz="1200" b="0" i="0" dirty="0">
              <a:solidFill>
                <a:schemeClr val="bg1"/>
              </a:solidFill>
              <a:latin typeface="Visuelt Pro" panose="020B0503040202040104" pitchFamily="34" charset="0"/>
              <a:cs typeface="Arial" panose="020B0604020202020204" pitchFamily="34" charset="0"/>
            </a:endParaRPr>
          </a:p>
        </p:txBody>
      </p:sp>
      <p:sp>
        <p:nvSpPr>
          <p:cNvPr id="25" name="Título 1">
            <a:extLst>
              <a:ext uri="{FF2B5EF4-FFF2-40B4-BE49-F238E27FC236}">
                <a16:creationId xmlns:a16="http://schemas.microsoft.com/office/drawing/2014/main" id="{ED958E88-22D3-0C44-BFB4-AEE9C2E9E44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73079" y="1997132"/>
            <a:ext cx="10645842" cy="3433758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buFont typeface="Arial" panose="020B0604020202020204" pitchFamily="34" charset="0"/>
              <a:buNone/>
              <a:defRPr sz="5000">
                <a:solidFill>
                  <a:schemeClr val="bg1"/>
                </a:solidFill>
                <a:latin typeface="Visuelt Pro" panose="020B0503040202040104" pitchFamily="34" charset="0"/>
              </a:defRPr>
            </a:lvl1pPr>
          </a:lstStyle>
          <a:p>
            <a:r>
              <a:rPr lang="es-ES" dirty="0"/>
              <a:t>Texto destacado </a:t>
            </a:r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r>
              <a:rPr lang="es-ES" dirty="0"/>
              <a:t>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, </a:t>
            </a:r>
            <a:r>
              <a:rPr lang="es-ES" dirty="0" err="1"/>
              <a:t>consectetuer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, sed </a:t>
            </a:r>
            <a:r>
              <a:rPr lang="es-ES" dirty="0" err="1"/>
              <a:t>diam</a:t>
            </a:r>
            <a:r>
              <a:rPr lang="es-ES" dirty="0"/>
              <a:t> </a:t>
            </a:r>
            <a:r>
              <a:rPr lang="es-ES" dirty="0" err="1"/>
              <a:t>nonummy</a:t>
            </a:r>
            <a:r>
              <a:rPr lang="es-ES" dirty="0"/>
              <a:t> </a:t>
            </a:r>
            <a:r>
              <a:rPr lang="es-ES" dirty="0" err="1"/>
              <a:t>nibh</a:t>
            </a:r>
            <a:r>
              <a:rPr lang="es-ES" dirty="0"/>
              <a:t> </a:t>
            </a:r>
            <a:r>
              <a:rPr lang="es-ES" dirty="0" err="1"/>
              <a:t>euismod</a:t>
            </a:r>
            <a:r>
              <a:rPr lang="es-ES" dirty="0"/>
              <a:t> </a:t>
            </a:r>
            <a:r>
              <a:rPr lang="es-ES" dirty="0" err="1"/>
              <a:t>tincidunt</a:t>
            </a:r>
            <a:r>
              <a:rPr lang="es-ES" dirty="0"/>
              <a:t> ut </a:t>
            </a:r>
            <a:r>
              <a:rPr lang="es-ES" dirty="0" err="1"/>
              <a:t>laoreet</a:t>
            </a:r>
            <a:r>
              <a:rPr lang="es-ES" dirty="0"/>
              <a:t> </a:t>
            </a:r>
            <a:r>
              <a:rPr lang="es-ES" dirty="0" err="1"/>
              <a:t>destacat</a:t>
            </a:r>
            <a:r>
              <a:rPr lang="es-ES" dirty="0"/>
              <a:t> magna </a:t>
            </a:r>
            <a:r>
              <a:rPr lang="es-ES" dirty="0" err="1"/>
              <a:t>aliquam</a:t>
            </a:r>
            <a:r>
              <a:rPr lang="es-ES" dirty="0"/>
              <a:t> </a:t>
            </a:r>
            <a:r>
              <a:rPr lang="es-ES" dirty="0" err="1"/>
              <a:t>erat</a:t>
            </a:r>
            <a:r>
              <a:rPr lang="es-ES" dirty="0"/>
              <a:t> </a:t>
            </a:r>
            <a:r>
              <a:rPr lang="es-ES" dirty="0" err="1"/>
              <a:t>volutpat</a:t>
            </a:r>
            <a:r>
              <a:rPr lang="es-ES" dirty="0"/>
              <a:t>.</a:t>
            </a:r>
          </a:p>
        </p:txBody>
      </p:sp>
      <p:sp>
        <p:nvSpPr>
          <p:cNvPr id="26" name="Marcador de texto 25">
            <a:extLst>
              <a:ext uri="{FF2B5EF4-FFF2-40B4-BE49-F238E27FC236}">
                <a16:creationId xmlns:a16="http://schemas.microsoft.com/office/drawing/2014/main" id="{ABE3CAE6-A0C4-B541-8898-3F0AD2B6B99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7464" y="894089"/>
            <a:ext cx="4159359" cy="52364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100" b="0" i="0">
                <a:solidFill>
                  <a:schemeClr val="tx2"/>
                </a:solidFill>
                <a:latin typeface="Periodico Display" panose="02000504080000020004" pitchFamily="2" charset="77"/>
                <a:cs typeface="Times New Roman" panose="02020603050405020304" pitchFamily="18" charset="0"/>
              </a:defRPr>
            </a:lvl1pPr>
          </a:lstStyle>
          <a:p>
            <a:r>
              <a:rPr lang="es-ES" dirty="0"/>
              <a:t>Título </a:t>
            </a:r>
            <a:r>
              <a:rPr lang="es-ES" dirty="0" err="1"/>
              <a:t>slide</a:t>
            </a:r>
            <a:endParaRPr lang="es-ES" dirty="0"/>
          </a:p>
        </p:txBody>
      </p:sp>
      <p:sp>
        <p:nvSpPr>
          <p:cNvPr id="27" name="Marcador de texto 25">
            <a:extLst>
              <a:ext uri="{FF2B5EF4-FFF2-40B4-BE49-F238E27FC236}">
                <a16:creationId xmlns:a16="http://schemas.microsoft.com/office/drawing/2014/main" id="{0903A72B-184E-694C-8C61-13AE768339F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57464" y="306003"/>
            <a:ext cx="4204469" cy="282083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200" b="0">
                <a:solidFill>
                  <a:schemeClr val="tx2"/>
                </a:solidFill>
                <a:latin typeface="Visuelt Pro" panose="020B0503040202040104" pitchFamily="34" charset="0"/>
              </a:defRPr>
            </a:lvl1pPr>
          </a:lstStyle>
          <a:p>
            <a:r>
              <a:rPr lang="es-ES" dirty="0"/>
              <a:t>00. Título capítulo</a:t>
            </a:r>
          </a:p>
        </p:txBody>
      </p:sp>
      <p:sp>
        <p:nvSpPr>
          <p:cNvPr id="28" name="Marcador de texto 25">
            <a:extLst>
              <a:ext uri="{FF2B5EF4-FFF2-40B4-BE49-F238E27FC236}">
                <a16:creationId xmlns:a16="http://schemas.microsoft.com/office/drawing/2014/main" id="{7D603DB6-623D-C140-BDFA-A8C98EA0438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57464" y="6399354"/>
            <a:ext cx="4159359" cy="276999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200" b="0">
                <a:solidFill>
                  <a:schemeClr val="bg1"/>
                </a:solidFill>
                <a:latin typeface="Visuelt Pro" panose="020B0503040202040104" pitchFamily="34" charset="0"/>
              </a:defRPr>
            </a:lvl1pPr>
          </a:lstStyle>
          <a:p>
            <a:r>
              <a:rPr lang="es-ES" dirty="0"/>
              <a:t>Título presentación</a:t>
            </a:r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57ED909F-28E6-984F-856C-41D30A7FF57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857743" y="126162"/>
            <a:ext cx="1205070" cy="6025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641664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eño C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CuadroTexto 20">
            <a:extLst>
              <a:ext uri="{FF2B5EF4-FFF2-40B4-BE49-F238E27FC236}">
                <a16:creationId xmlns:a16="http://schemas.microsoft.com/office/drawing/2014/main" id="{275D6B4F-3422-354D-92D6-68B215D03878}"/>
              </a:ext>
            </a:extLst>
          </p:cNvPr>
          <p:cNvSpPr txBox="1"/>
          <p:nvPr userDrawn="1"/>
        </p:nvSpPr>
        <p:spPr>
          <a:xfrm>
            <a:off x="10915587" y="6399354"/>
            <a:ext cx="1056278" cy="276999"/>
          </a:xfrm>
          <a:prstGeom prst="rect">
            <a:avLst/>
          </a:prstGeom>
          <a:noFill/>
        </p:spPr>
        <p:txBody>
          <a:bodyPr wrap="square" rtlCol="0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FFFFFF"/>
                </a:solidFill>
                <a:latin typeface="Arial"/>
              </a:rPr>
              <a:t>2026</a:t>
            </a:r>
            <a:endParaRPr lang="es-ES" sz="1200" b="0" i="0" dirty="0">
              <a:solidFill>
                <a:schemeClr val="bg1"/>
              </a:solidFill>
              <a:latin typeface="Visuelt Pro" panose="020B0503040202040104" pitchFamily="34" charset="0"/>
              <a:cs typeface="Arial" panose="020B0604020202020204" pitchFamily="34" charset="0"/>
            </a:endParaRPr>
          </a:p>
        </p:txBody>
      </p:sp>
      <p:sp>
        <p:nvSpPr>
          <p:cNvPr id="26" name="Título 1">
            <a:extLst>
              <a:ext uri="{FF2B5EF4-FFF2-40B4-BE49-F238E27FC236}">
                <a16:creationId xmlns:a16="http://schemas.microsoft.com/office/drawing/2014/main" id="{B8AD0D27-82CE-3F4B-93C5-CC5AE273780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73079" y="1997132"/>
            <a:ext cx="10645842" cy="3433758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buFont typeface="Arial" panose="020B0604020202020204" pitchFamily="34" charset="0"/>
              <a:buNone/>
              <a:defRPr sz="5000">
                <a:solidFill>
                  <a:schemeClr val="bg1"/>
                </a:solidFill>
                <a:latin typeface="Visuelt Pro" panose="020B0503040202040104" pitchFamily="34" charset="0"/>
              </a:defRPr>
            </a:lvl1pPr>
          </a:lstStyle>
          <a:p>
            <a:r>
              <a:rPr lang="es-ES" dirty="0"/>
              <a:t>Texto destacado </a:t>
            </a:r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r>
              <a:rPr lang="es-ES" dirty="0"/>
              <a:t>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, </a:t>
            </a:r>
            <a:r>
              <a:rPr lang="es-ES" dirty="0" err="1"/>
              <a:t>consectetuer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, sed </a:t>
            </a:r>
            <a:r>
              <a:rPr lang="es-ES" dirty="0" err="1"/>
              <a:t>diam</a:t>
            </a:r>
            <a:r>
              <a:rPr lang="es-ES" dirty="0"/>
              <a:t> </a:t>
            </a:r>
            <a:r>
              <a:rPr lang="es-ES" dirty="0" err="1"/>
              <a:t>nonummy</a:t>
            </a:r>
            <a:r>
              <a:rPr lang="es-ES" dirty="0"/>
              <a:t> </a:t>
            </a:r>
            <a:r>
              <a:rPr lang="es-ES" dirty="0" err="1"/>
              <a:t>nibh</a:t>
            </a:r>
            <a:r>
              <a:rPr lang="es-ES" dirty="0"/>
              <a:t> </a:t>
            </a:r>
            <a:r>
              <a:rPr lang="es-ES" dirty="0" err="1"/>
              <a:t>euismod</a:t>
            </a:r>
            <a:r>
              <a:rPr lang="es-ES" dirty="0"/>
              <a:t> </a:t>
            </a:r>
            <a:r>
              <a:rPr lang="es-ES" dirty="0" err="1"/>
              <a:t>tincidunt</a:t>
            </a:r>
            <a:r>
              <a:rPr lang="es-ES" dirty="0"/>
              <a:t> ut </a:t>
            </a:r>
            <a:r>
              <a:rPr lang="es-ES" dirty="0" err="1"/>
              <a:t>laoreet</a:t>
            </a:r>
            <a:r>
              <a:rPr lang="es-ES" dirty="0"/>
              <a:t> </a:t>
            </a:r>
            <a:r>
              <a:rPr lang="es-ES" dirty="0" err="1"/>
              <a:t>destacat</a:t>
            </a:r>
            <a:r>
              <a:rPr lang="es-ES" dirty="0"/>
              <a:t> magna </a:t>
            </a:r>
            <a:r>
              <a:rPr lang="es-ES" dirty="0" err="1"/>
              <a:t>aliquam</a:t>
            </a:r>
            <a:r>
              <a:rPr lang="es-ES" dirty="0"/>
              <a:t> </a:t>
            </a:r>
            <a:r>
              <a:rPr lang="es-ES" dirty="0" err="1"/>
              <a:t>erat</a:t>
            </a:r>
            <a:r>
              <a:rPr lang="es-ES" dirty="0"/>
              <a:t> </a:t>
            </a:r>
            <a:r>
              <a:rPr lang="es-ES" dirty="0" err="1"/>
              <a:t>volutpat</a:t>
            </a:r>
            <a:r>
              <a:rPr lang="es-ES" dirty="0"/>
              <a:t>.</a:t>
            </a:r>
          </a:p>
        </p:txBody>
      </p:sp>
      <p:sp>
        <p:nvSpPr>
          <p:cNvPr id="27" name="Marcador de texto 25">
            <a:extLst>
              <a:ext uri="{FF2B5EF4-FFF2-40B4-BE49-F238E27FC236}">
                <a16:creationId xmlns:a16="http://schemas.microsoft.com/office/drawing/2014/main" id="{FA47B6BD-8F6C-234F-89B1-1F018BA062B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7464" y="895337"/>
            <a:ext cx="4114249" cy="52364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100" b="0" i="0">
                <a:solidFill>
                  <a:schemeClr val="bg1"/>
                </a:solidFill>
                <a:latin typeface="Periodico Display" panose="02000504080000020004" pitchFamily="2" charset="77"/>
                <a:cs typeface="Times New Roman" panose="02020603050405020304" pitchFamily="18" charset="0"/>
              </a:defRPr>
            </a:lvl1pPr>
          </a:lstStyle>
          <a:p>
            <a:r>
              <a:rPr lang="es-ES" dirty="0"/>
              <a:t>Título </a:t>
            </a:r>
            <a:r>
              <a:rPr lang="es-ES" dirty="0" err="1"/>
              <a:t>slide</a:t>
            </a:r>
            <a:endParaRPr lang="es-ES" dirty="0"/>
          </a:p>
        </p:txBody>
      </p:sp>
      <p:sp>
        <p:nvSpPr>
          <p:cNvPr id="28" name="Marcador de texto 25">
            <a:extLst>
              <a:ext uri="{FF2B5EF4-FFF2-40B4-BE49-F238E27FC236}">
                <a16:creationId xmlns:a16="http://schemas.microsoft.com/office/drawing/2014/main" id="{2CBF1D92-964D-4347-A9A3-234AF31941E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57464" y="306003"/>
            <a:ext cx="4159359" cy="282083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200" b="0">
                <a:solidFill>
                  <a:schemeClr val="bg1"/>
                </a:solidFill>
                <a:latin typeface="Visuelt Pro" panose="020B0503040202040104" pitchFamily="34" charset="0"/>
              </a:defRPr>
            </a:lvl1pPr>
          </a:lstStyle>
          <a:p>
            <a:r>
              <a:rPr lang="es-ES" dirty="0"/>
              <a:t>00. Título capítulo</a:t>
            </a:r>
          </a:p>
        </p:txBody>
      </p:sp>
      <p:sp>
        <p:nvSpPr>
          <p:cNvPr id="29" name="Marcador de texto 25">
            <a:extLst>
              <a:ext uri="{FF2B5EF4-FFF2-40B4-BE49-F238E27FC236}">
                <a16:creationId xmlns:a16="http://schemas.microsoft.com/office/drawing/2014/main" id="{7C0E5D8D-2821-A24F-AEB3-EE095E1CE99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57464" y="6399353"/>
            <a:ext cx="4114249" cy="276999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200" b="0">
                <a:solidFill>
                  <a:schemeClr val="bg1"/>
                </a:solidFill>
                <a:latin typeface="Visuelt Pro" panose="020B0503040202040104" pitchFamily="34" charset="0"/>
              </a:defRPr>
            </a:lvl1pPr>
          </a:lstStyle>
          <a:p>
            <a:r>
              <a:rPr lang="es-ES" dirty="0"/>
              <a:t>Título presentación</a:t>
            </a: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11B9C683-3668-2A4A-BFC7-40FEF8C838B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857743" y="126162"/>
            <a:ext cx="1205070" cy="6035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22304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eño D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Imagen 13">
            <a:extLst>
              <a:ext uri="{FF2B5EF4-FFF2-40B4-BE49-F238E27FC236}">
                <a16:creationId xmlns:a16="http://schemas.microsoft.com/office/drawing/2014/main" id="{46EBC75A-9B7A-B54E-85DF-B79AF25D847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6" name="CuadroTexto 15">
            <a:extLst>
              <a:ext uri="{FF2B5EF4-FFF2-40B4-BE49-F238E27FC236}">
                <a16:creationId xmlns:a16="http://schemas.microsoft.com/office/drawing/2014/main" id="{87EDF925-D83E-B04E-B5F9-5E5F42ED1EF9}"/>
              </a:ext>
            </a:extLst>
          </p:cNvPr>
          <p:cNvSpPr txBox="1"/>
          <p:nvPr userDrawn="1"/>
        </p:nvSpPr>
        <p:spPr>
          <a:xfrm>
            <a:off x="10915587" y="6399354"/>
            <a:ext cx="1056278" cy="276999"/>
          </a:xfrm>
          <a:prstGeom prst="rect">
            <a:avLst/>
          </a:prstGeom>
          <a:noFill/>
        </p:spPr>
        <p:txBody>
          <a:bodyPr wrap="square" rtlCol="0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6171A"/>
                </a:solidFill>
                <a:latin typeface="Arial"/>
              </a:rPr>
              <a:t>2026</a:t>
            </a:r>
            <a:endParaRPr lang="es-ES" sz="1200" b="0" i="0" dirty="0">
              <a:solidFill>
                <a:schemeClr val="bg1"/>
              </a:solidFill>
              <a:latin typeface="Visuelt Pro" panose="020B0503040202040104" pitchFamily="34" charset="0"/>
              <a:cs typeface="Arial" panose="020B0604020202020204" pitchFamily="34" charset="0"/>
            </a:endParaRPr>
          </a:p>
        </p:txBody>
      </p:sp>
      <p:sp>
        <p:nvSpPr>
          <p:cNvPr id="20" name="Título 1">
            <a:extLst>
              <a:ext uri="{FF2B5EF4-FFF2-40B4-BE49-F238E27FC236}">
                <a16:creationId xmlns:a16="http://schemas.microsoft.com/office/drawing/2014/main" id="{0C7BAFB5-0C3A-1442-A5F8-7E6F75E3487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73079" y="1997132"/>
            <a:ext cx="10645842" cy="3433758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buFont typeface="Arial" panose="020B0604020202020204" pitchFamily="34" charset="0"/>
              <a:buNone/>
              <a:defRPr sz="5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s-ES" dirty="0"/>
              <a:t>Texto destacado </a:t>
            </a:r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r>
              <a:rPr lang="es-ES" dirty="0"/>
              <a:t>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, </a:t>
            </a:r>
            <a:r>
              <a:rPr lang="es-ES" dirty="0" err="1"/>
              <a:t>consectetuer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, sed </a:t>
            </a:r>
            <a:r>
              <a:rPr lang="es-ES" dirty="0" err="1"/>
              <a:t>diam</a:t>
            </a:r>
            <a:r>
              <a:rPr lang="es-ES" dirty="0"/>
              <a:t> </a:t>
            </a:r>
            <a:r>
              <a:rPr lang="es-ES" dirty="0" err="1"/>
              <a:t>nonummy</a:t>
            </a:r>
            <a:r>
              <a:rPr lang="es-ES" dirty="0"/>
              <a:t> </a:t>
            </a:r>
            <a:r>
              <a:rPr lang="es-ES" dirty="0" err="1"/>
              <a:t>nibh</a:t>
            </a:r>
            <a:r>
              <a:rPr lang="es-ES" dirty="0"/>
              <a:t> </a:t>
            </a:r>
            <a:r>
              <a:rPr lang="es-ES" dirty="0" err="1"/>
              <a:t>euismod</a:t>
            </a:r>
            <a:r>
              <a:rPr lang="es-ES" dirty="0"/>
              <a:t> </a:t>
            </a:r>
            <a:r>
              <a:rPr lang="es-ES" dirty="0" err="1"/>
              <a:t>tincidunt</a:t>
            </a:r>
            <a:r>
              <a:rPr lang="es-ES" dirty="0"/>
              <a:t> ut </a:t>
            </a:r>
            <a:r>
              <a:rPr lang="es-ES" dirty="0" err="1"/>
              <a:t>laoreet</a:t>
            </a:r>
            <a:r>
              <a:rPr lang="es-ES" dirty="0"/>
              <a:t> </a:t>
            </a:r>
            <a:r>
              <a:rPr lang="es-ES" dirty="0" err="1"/>
              <a:t>destacat</a:t>
            </a:r>
            <a:r>
              <a:rPr lang="es-ES" dirty="0"/>
              <a:t> magna </a:t>
            </a:r>
            <a:r>
              <a:rPr lang="es-ES" dirty="0" err="1"/>
              <a:t>aliquam</a:t>
            </a:r>
            <a:r>
              <a:rPr lang="es-ES" dirty="0"/>
              <a:t> </a:t>
            </a:r>
            <a:r>
              <a:rPr lang="es-ES" dirty="0" err="1"/>
              <a:t>erat</a:t>
            </a:r>
            <a:r>
              <a:rPr lang="es-ES" dirty="0"/>
              <a:t> </a:t>
            </a:r>
            <a:r>
              <a:rPr lang="es-ES" dirty="0" err="1"/>
              <a:t>volutpat</a:t>
            </a:r>
            <a:r>
              <a:rPr lang="es-ES" dirty="0"/>
              <a:t>.</a:t>
            </a:r>
          </a:p>
        </p:txBody>
      </p:sp>
      <p:sp>
        <p:nvSpPr>
          <p:cNvPr id="21" name="Marcador de texto 25">
            <a:extLst>
              <a:ext uri="{FF2B5EF4-FFF2-40B4-BE49-F238E27FC236}">
                <a16:creationId xmlns:a16="http://schemas.microsoft.com/office/drawing/2014/main" id="{4D65E536-901D-004C-A655-0B89E3C73F7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7464" y="894089"/>
            <a:ext cx="4159359" cy="52364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100" b="0" i="0">
                <a:solidFill>
                  <a:schemeClr val="bg1"/>
                </a:solidFill>
                <a:latin typeface="Periodico Display" panose="02000504080000020004" pitchFamily="2" charset="77"/>
                <a:cs typeface="Times New Roman" panose="02020603050405020304" pitchFamily="18" charset="0"/>
              </a:defRPr>
            </a:lvl1pPr>
          </a:lstStyle>
          <a:p>
            <a:r>
              <a:rPr lang="es-ES" dirty="0"/>
              <a:t>Título </a:t>
            </a:r>
            <a:r>
              <a:rPr lang="es-ES" dirty="0" err="1"/>
              <a:t>slide</a:t>
            </a:r>
            <a:endParaRPr lang="es-ES" dirty="0"/>
          </a:p>
        </p:txBody>
      </p:sp>
      <p:sp>
        <p:nvSpPr>
          <p:cNvPr id="22" name="Marcador de texto 25">
            <a:extLst>
              <a:ext uri="{FF2B5EF4-FFF2-40B4-BE49-F238E27FC236}">
                <a16:creationId xmlns:a16="http://schemas.microsoft.com/office/drawing/2014/main" id="{473DFD97-5404-A343-A081-6506159B58C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57464" y="306003"/>
            <a:ext cx="4204469" cy="282083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200" b="0">
                <a:solidFill>
                  <a:schemeClr val="bg1"/>
                </a:solidFill>
              </a:defRPr>
            </a:lvl1pPr>
          </a:lstStyle>
          <a:p>
            <a:r>
              <a:rPr lang="es-ES" dirty="0"/>
              <a:t>00. Título capítulo</a:t>
            </a:r>
          </a:p>
        </p:txBody>
      </p:sp>
      <p:sp>
        <p:nvSpPr>
          <p:cNvPr id="23" name="Marcador de texto 25">
            <a:extLst>
              <a:ext uri="{FF2B5EF4-FFF2-40B4-BE49-F238E27FC236}">
                <a16:creationId xmlns:a16="http://schemas.microsoft.com/office/drawing/2014/main" id="{3D52AA22-C61D-7041-9072-B6901BA935F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57464" y="6399354"/>
            <a:ext cx="4159359" cy="276999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200" b="0">
                <a:solidFill>
                  <a:schemeClr val="bg1"/>
                </a:solidFill>
                <a:latin typeface="Visuelt Pro" panose="020B0503040202040104" pitchFamily="34" charset="0"/>
              </a:defRPr>
            </a:lvl1pPr>
          </a:lstStyle>
          <a:p>
            <a:r>
              <a:rPr lang="es-ES" dirty="0"/>
              <a:t>Título presentación</a:t>
            </a: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0E322B15-8164-CE48-95D2-5BCAC33B528C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857743" y="126162"/>
            <a:ext cx="1205070" cy="6035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771102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eño 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ítulo 1">
            <a:extLst>
              <a:ext uri="{FF2B5EF4-FFF2-40B4-BE49-F238E27FC236}">
                <a16:creationId xmlns:a16="http://schemas.microsoft.com/office/drawing/2014/main" id="{B50D3FED-6049-FA4B-8A37-E5F06A6B464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73079" y="1997132"/>
            <a:ext cx="10645842" cy="3433758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buFont typeface="Arial" panose="020B0604020202020204" pitchFamily="34" charset="0"/>
              <a:buNone/>
              <a:defRPr sz="5000">
                <a:latin typeface="Visuelt Pro" panose="020B0503040202040104" pitchFamily="34" charset="0"/>
              </a:defRPr>
            </a:lvl1pPr>
          </a:lstStyle>
          <a:p>
            <a:r>
              <a:rPr lang="es-ES" dirty="0"/>
              <a:t>Texto destacado </a:t>
            </a:r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r>
              <a:rPr lang="es-ES" dirty="0"/>
              <a:t>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, </a:t>
            </a:r>
            <a:r>
              <a:rPr lang="es-ES" dirty="0" err="1"/>
              <a:t>consectetuer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, sed </a:t>
            </a:r>
            <a:r>
              <a:rPr lang="es-ES" dirty="0" err="1"/>
              <a:t>diam</a:t>
            </a:r>
            <a:r>
              <a:rPr lang="es-ES" dirty="0"/>
              <a:t> </a:t>
            </a:r>
            <a:r>
              <a:rPr lang="es-ES" dirty="0" err="1"/>
              <a:t>nonummy</a:t>
            </a:r>
            <a:r>
              <a:rPr lang="es-ES" dirty="0"/>
              <a:t> </a:t>
            </a:r>
            <a:r>
              <a:rPr lang="es-ES" dirty="0" err="1"/>
              <a:t>nibh</a:t>
            </a:r>
            <a:r>
              <a:rPr lang="es-ES" dirty="0"/>
              <a:t> </a:t>
            </a:r>
            <a:r>
              <a:rPr lang="es-ES" dirty="0" err="1"/>
              <a:t>euismod</a:t>
            </a:r>
            <a:r>
              <a:rPr lang="es-ES" dirty="0"/>
              <a:t> </a:t>
            </a:r>
            <a:r>
              <a:rPr lang="es-ES" dirty="0" err="1"/>
              <a:t>tincidunt</a:t>
            </a:r>
            <a:r>
              <a:rPr lang="es-ES" dirty="0"/>
              <a:t> ut </a:t>
            </a:r>
            <a:r>
              <a:rPr lang="es-ES" dirty="0" err="1"/>
              <a:t>laoreet</a:t>
            </a:r>
            <a:r>
              <a:rPr lang="es-ES" dirty="0"/>
              <a:t> </a:t>
            </a:r>
            <a:r>
              <a:rPr lang="es-ES" dirty="0" err="1"/>
              <a:t>destacat</a:t>
            </a:r>
            <a:r>
              <a:rPr lang="es-ES" dirty="0"/>
              <a:t> magna </a:t>
            </a:r>
            <a:r>
              <a:rPr lang="es-ES" dirty="0" err="1"/>
              <a:t>aliquam</a:t>
            </a:r>
            <a:r>
              <a:rPr lang="es-ES" dirty="0"/>
              <a:t> </a:t>
            </a:r>
            <a:r>
              <a:rPr lang="es-ES" dirty="0" err="1"/>
              <a:t>erat</a:t>
            </a:r>
            <a:r>
              <a:rPr lang="es-ES" dirty="0"/>
              <a:t> </a:t>
            </a:r>
            <a:r>
              <a:rPr lang="es-ES" dirty="0" err="1"/>
              <a:t>volutpat</a:t>
            </a:r>
            <a:r>
              <a:rPr lang="es-ES" dirty="0"/>
              <a:t>.</a:t>
            </a: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ECEBB2E2-DBE2-7D45-85D9-738DBA6B0366}"/>
              </a:ext>
            </a:extLst>
          </p:cNvPr>
          <p:cNvSpPr txBox="1"/>
          <p:nvPr userDrawn="1"/>
        </p:nvSpPr>
        <p:spPr>
          <a:xfrm>
            <a:off x="10915587" y="6399354"/>
            <a:ext cx="1056278" cy="276999"/>
          </a:xfrm>
          <a:prstGeom prst="rect">
            <a:avLst/>
          </a:prstGeom>
          <a:noFill/>
        </p:spPr>
        <p:txBody>
          <a:bodyPr wrap="square" rtlCol="0" lIns="0" rIns="0" tIns="0" bIns="0" anchor="ctr">
            <a:spAutoFit/>
          </a:bodyPr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sz="900" b="0" i="0">
                <a:solidFill>
                  <a:srgbClr val="16171A"/>
                </a:solidFill>
                <a:latin typeface="Arial"/>
              </a:rPr>
              <a:t>2026</a:t>
            </a:r>
            <a:endParaRPr lang="es-ES" sz="1200" b="0" i="0" dirty="0">
              <a:solidFill>
                <a:schemeClr val="tx1"/>
              </a:solidFill>
              <a:latin typeface="Visuelt Pro" panose="020B0503040202040104" pitchFamily="34" charset="0"/>
              <a:cs typeface="Arial" panose="020B0604020202020204" pitchFamily="34" charset="0"/>
            </a:endParaRPr>
          </a:p>
        </p:txBody>
      </p:sp>
      <p:sp>
        <p:nvSpPr>
          <p:cNvPr id="27" name="Marcador de texto 25">
            <a:extLst>
              <a:ext uri="{FF2B5EF4-FFF2-40B4-BE49-F238E27FC236}">
                <a16:creationId xmlns:a16="http://schemas.microsoft.com/office/drawing/2014/main" id="{20E762A7-AB1F-594B-A340-FF5D4F7B0B1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7464" y="894089"/>
            <a:ext cx="4114249" cy="52364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100" b="0" i="0">
                <a:solidFill>
                  <a:schemeClr val="bg2"/>
                </a:solidFill>
                <a:latin typeface="Periodico Display" panose="02000504080000020004" pitchFamily="2" charset="77"/>
                <a:cs typeface="Times New Roman" panose="02020603050405020304" pitchFamily="18" charset="0"/>
              </a:defRPr>
            </a:lvl1pPr>
          </a:lstStyle>
          <a:p>
            <a:r>
              <a:rPr lang="es-ES" dirty="0"/>
              <a:t>Título </a:t>
            </a:r>
            <a:r>
              <a:rPr lang="es-ES" dirty="0" err="1"/>
              <a:t>slide</a:t>
            </a:r>
            <a:endParaRPr lang="es-ES" dirty="0"/>
          </a:p>
        </p:txBody>
      </p:sp>
      <p:sp>
        <p:nvSpPr>
          <p:cNvPr id="29" name="Marcador de texto 25">
            <a:extLst>
              <a:ext uri="{FF2B5EF4-FFF2-40B4-BE49-F238E27FC236}">
                <a16:creationId xmlns:a16="http://schemas.microsoft.com/office/drawing/2014/main" id="{468D7502-58FE-6643-944A-CFE1CE85A53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57464" y="306003"/>
            <a:ext cx="4159359" cy="282083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200" b="0">
                <a:solidFill>
                  <a:schemeClr val="bg2"/>
                </a:solidFill>
                <a:latin typeface="Visuelt Pro" panose="020B0503040202040104" pitchFamily="34" charset="0"/>
              </a:defRPr>
            </a:lvl1pPr>
          </a:lstStyle>
          <a:p>
            <a:r>
              <a:rPr lang="es-ES" dirty="0"/>
              <a:t>00. Título capítulo</a:t>
            </a:r>
          </a:p>
        </p:txBody>
      </p:sp>
      <p:sp>
        <p:nvSpPr>
          <p:cNvPr id="32" name="Marcador de texto 25">
            <a:extLst>
              <a:ext uri="{FF2B5EF4-FFF2-40B4-BE49-F238E27FC236}">
                <a16:creationId xmlns:a16="http://schemas.microsoft.com/office/drawing/2014/main" id="{66002469-9E56-F043-A66E-8B630B63C4D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57464" y="6399353"/>
            <a:ext cx="4114249" cy="276999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200" b="0">
                <a:solidFill>
                  <a:schemeClr val="tx1"/>
                </a:solidFill>
                <a:latin typeface="Visuelt Pro" panose="020B0503040202040104" pitchFamily="34" charset="0"/>
              </a:defRPr>
            </a:lvl1pPr>
          </a:lstStyle>
          <a:p>
            <a:r>
              <a:rPr lang="es-ES" dirty="0"/>
              <a:t>Título presentación</a:t>
            </a: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93552BD7-4574-8743-9150-E62FBA47D15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857743" y="126162"/>
            <a:ext cx="1205070" cy="6025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363436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eño F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Imagen 22">
            <a:extLst>
              <a:ext uri="{FF2B5EF4-FFF2-40B4-BE49-F238E27FC236}">
                <a16:creationId xmlns:a16="http://schemas.microsoft.com/office/drawing/2014/main" id="{E70B0647-F99D-B143-BF1B-E6F019E80AF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0" name="CuadroTexto 29">
            <a:extLst>
              <a:ext uri="{FF2B5EF4-FFF2-40B4-BE49-F238E27FC236}">
                <a16:creationId xmlns:a16="http://schemas.microsoft.com/office/drawing/2014/main" id="{6BF6914D-06C1-7B47-BCD5-561F5442B5BC}"/>
              </a:ext>
            </a:extLst>
          </p:cNvPr>
          <p:cNvSpPr txBox="1"/>
          <p:nvPr userDrawn="1"/>
        </p:nvSpPr>
        <p:spPr>
          <a:xfrm>
            <a:off x="10915587" y="6399354"/>
            <a:ext cx="1056278" cy="276999"/>
          </a:xfrm>
          <a:prstGeom prst="rect">
            <a:avLst/>
          </a:prstGeom>
          <a:noFill/>
        </p:spPr>
        <p:txBody>
          <a:bodyPr wrap="square" rtlCol="0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6171A"/>
                </a:solidFill>
                <a:latin typeface="Arial"/>
              </a:rPr>
              <a:t>2026</a:t>
            </a:r>
            <a:endParaRPr lang="es-ES" sz="1200" b="0" i="0" dirty="0">
              <a:solidFill>
                <a:schemeClr val="tx1"/>
              </a:solidFill>
              <a:latin typeface="Visuelt Pro" panose="020B0503040202040104" pitchFamily="34" charset="0"/>
              <a:cs typeface="Arial" panose="020B0604020202020204" pitchFamily="34" charset="0"/>
            </a:endParaRPr>
          </a:p>
        </p:txBody>
      </p:sp>
      <p:sp>
        <p:nvSpPr>
          <p:cNvPr id="34" name="Título 1">
            <a:extLst>
              <a:ext uri="{FF2B5EF4-FFF2-40B4-BE49-F238E27FC236}">
                <a16:creationId xmlns:a16="http://schemas.microsoft.com/office/drawing/2014/main" id="{6F59C235-4023-1844-BD3D-81F0865B65F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73079" y="1997132"/>
            <a:ext cx="10645842" cy="3433758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buFont typeface="Arial" panose="020B0604020202020204" pitchFamily="34" charset="0"/>
              <a:buNone/>
              <a:defRPr sz="5000">
                <a:latin typeface="Visuelt Pro" panose="020B0503040202040104" pitchFamily="34" charset="0"/>
              </a:defRPr>
            </a:lvl1pPr>
          </a:lstStyle>
          <a:p>
            <a:r>
              <a:rPr lang="es-ES" dirty="0"/>
              <a:t>Texto destacado </a:t>
            </a:r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r>
              <a:rPr lang="es-ES" dirty="0"/>
              <a:t>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, </a:t>
            </a:r>
            <a:r>
              <a:rPr lang="es-ES" dirty="0" err="1"/>
              <a:t>consectetuer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, sed </a:t>
            </a:r>
            <a:r>
              <a:rPr lang="es-ES" dirty="0" err="1"/>
              <a:t>diam</a:t>
            </a:r>
            <a:r>
              <a:rPr lang="es-ES" dirty="0"/>
              <a:t> </a:t>
            </a:r>
            <a:r>
              <a:rPr lang="es-ES" dirty="0" err="1"/>
              <a:t>nonummy</a:t>
            </a:r>
            <a:r>
              <a:rPr lang="es-ES" dirty="0"/>
              <a:t> </a:t>
            </a:r>
            <a:r>
              <a:rPr lang="es-ES" dirty="0" err="1"/>
              <a:t>nibh</a:t>
            </a:r>
            <a:r>
              <a:rPr lang="es-ES" dirty="0"/>
              <a:t> </a:t>
            </a:r>
            <a:r>
              <a:rPr lang="es-ES" dirty="0" err="1"/>
              <a:t>euismod</a:t>
            </a:r>
            <a:r>
              <a:rPr lang="es-ES" dirty="0"/>
              <a:t> </a:t>
            </a:r>
            <a:r>
              <a:rPr lang="es-ES" dirty="0" err="1"/>
              <a:t>tincidunt</a:t>
            </a:r>
            <a:r>
              <a:rPr lang="es-ES" dirty="0"/>
              <a:t> ut </a:t>
            </a:r>
            <a:r>
              <a:rPr lang="es-ES" dirty="0" err="1"/>
              <a:t>laoreet</a:t>
            </a:r>
            <a:r>
              <a:rPr lang="es-ES" dirty="0"/>
              <a:t> </a:t>
            </a:r>
            <a:r>
              <a:rPr lang="es-ES" dirty="0" err="1"/>
              <a:t>destacat</a:t>
            </a:r>
            <a:r>
              <a:rPr lang="es-ES" dirty="0"/>
              <a:t> magna </a:t>
            </a:r>
            <a:r>
              <a:rPr lang="es-ES" dirty="0" err="1"/>
              <a:t>aliquam</a:t>
            </a:r>
            <a:r>
              <a:rPr lang="es-ES" dirty="0"/>
              <a:t> </a:t>
            </a:r>
            <a:r>
              <a:rPr lang="es-ES" dirty="0" err="1"/>
              <a:t>erat</a:t>
            </a:r>
            <a:r>
              <a:rPr lang="es-ES" dirty="0"/>
              <a:t> </a:t>
            </a:r>
            <a:r>
              <a:rPr lang="es-ES" dirty="0" err="1"/>
              <a:t>volutpat</a:t>
            </a:r>
            <a:r>
              <a:rPr lang="es-ES" dirty="0"/>
              <a:t>.</a:t>
            </a:r>
          </a:p>
        </p:txBody>
      </p:sp>
      <p:sp>
        <p:nvSpPr>
          <p:cNvPr id="35" name="Marcador de texto 25">
            <a:extLst>
              <a:ext uri="{FF2B5EF4-FFF2-40B4-BE49-F238E27FC236}">
                <a16:creationId xmlns:a16="http://schemas.microsoft.com/office/drawing/2014/main" id="{9332EF15-D36E-F84A-9B5F-F02E7CE1DAB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7464" y="894089"/>
            <a:ext cx="4159359" cy="52364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100" b="0" i="0">
                <a:solidFill>
                  <a:schemeClr val="bg2"/>
                </a:solidFill>
                <a:latin typeface="Periodico Display" panose="02000504080000020004" pitchFamily="2" charset="77"/>
                <a:cs typeface="Times New Roman" panose="02020603050405020304" pitchFamily="18" charset="0"/>
              </a:defRPr>
            </a:lvl1pPr>
          </a:lstStyle>
          <a:p>
            <a:r>
              <a:rPr lang="es-ES" dirty="0"/>
              <a:t>Título </a:t>
            </a:r>
            <a:r>
              <a:rPr lang="es-ES" dirty="0" err="1"/>
              <a:t>slide</a:t>
            </a:r>
            <a:endParaRPr lang="es-ES" dirty="0"/>
          </a:p>
        </p:txBody>
      </p:sp>
      <p:sp>
        <p:nvSpPr>
          <p:cNvPr id="36" name="Marcador de texto 25">
            <a:extLst>
              <a:ext uri="{FF2B5EF4-FFF2-40B4-BE49-F238E27FC236}">
                <a16:creationId xmlns:a16="http://schemas.microsoft.com/office/drawing/2014/main" id="{13AACC63-AB3C-0249-B052-AD1891D7FA5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57464" y="306003"/>
            <a:ext cx="4204469" cy="282083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200" b="0">
                <a:solidFill>
                  <a:schemeClr val="bg2"/>
                </a:solidFill>
                <a:latin typeface="Visuelt Pro" panose="020B0503040202040104" pitchFamily="34" charset="0"/>
              </a:defRPr>
            </a:lvl1pPr>
          </a:lstStyle>
          <a:p>
            <a:r>
              <a:rPr lang="es-ES" dirty="0"/>
              <a:t>00. Título capítulo</a:t>
            </a:r>
          </a:p>
        </p:txBody>
      </p:sp>
      <p:sp>
        <p:nvSpPr>
          <p:cNvPr id="37" name="Marcador de texto 25">
            <a:extLst>
              <a:ext uri="{FF2B5EF4-FFF2-40B4-BE49-F238E27FC236}">
                <a16:creationId xmlns:a16="http://schemas.microsoft.com/office/drawing/2014/main" id="{C507ED2C-F0D6-D84B-9EBD-00E50E82B22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57463" y="6399354"/>
            <a:ext cx="4159359" cy="276999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200" b="0">
                <a:solidFill>
                  <a:schemeClr val="tx1"/>
                </a:solidFill>
                <a:latin typeface="Visuelt Pro" panose="020B0503040202040104" pitchFamily="34" charset="0"/>
              </a:defRPr>
            </a:lvl1pPr>
          </a:lstStyle>
          <a:p>
            <a:r>
              <a:rPr lang="es-ES" dirty="0"/>
              <a:t>Título presentación</a:t>
            </a: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CDFAE4EA-7C1B-6D43-9344-8F84DFD4E46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857743" y="126162"/>
            <a:ext cx="1205070" cy="6025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946729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eño G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>
            <a:extLst>
              <a:ext uri="{FF2B5EF4-FFF2-40B4-BE49-F238E27FC236}">
                <a16:creationId xmlns:a16="http://schemas.microsoft.com/office/drawing/2014/main" id="{B81A690B-B9EB-6D4F-9A68-33AE2EEE385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Rectángulo 3">
            <a:extLst>
              <a:ext uri="{FF2B5EF4-FFF2-40B4-BE49-F238E27FC236}">
                <a16:creationId xmlns:a16="http://schemas.microsoft.com/office/drawing/2014/main" id="{2897313D-C409-674E-8D7C-4BC767F8D450}"/>
              </a:ext>
            </a:extLst>
          </p:cNvPr>
          <p:cNvSpPr/>
          <p:nvPr userDrawn="1"/>
        </p:nvSpPr>
        <p:spPr>
          <a:xfrm>
            <a:off x="3437467" y="651934"/>
            <a:ext cx="5799666" cy="5808134"/>
          </a:xfrm>
          <a:prstGeom prst="rect">
            <a:avLst/>
          </a:prstGeom>
          <a:solidFill>
            <a:schemeClr val="accent2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30" name="CuadroTexto 29">
            <a:extLst>
              <a:ext uri="{FF2B5EF4-FFF2-40B4-BE49-F238E27FC236}">
                <a16:creationId xmlns:a16="http://schemas.microsoft.com/office/drawing/2014/main" id="{6BF6914D-06C1-7B47-BCD5-561F5442B5BC}"/>
              </a:ext>
            </a:extLst>
          </p:cNvPr>
          <p:cNvSpPr txBox="1"/>
          <p:nvPr userDrawn="1"/>
        </p:nvSpPr>
        <p:spPr>
          <a:xfrm>
            <a:off x="10915587" y="6399354"/>
            <a:ext cx="1056278" cy="276999"/>
          </a:xfrm>
          <a:prstGeom prst="rect">
            <a:avLst/>
          </a:prstGeom>
          <a:noFill/>
        </p:spPr>
        <p:txBody>
          <a:bodyPr wrap="square" rtlCol="0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6171A"/>
                </a:solidFill>
                <a:latin typeface="Arial"/>
              </a:rPr>
              <a:t>2026</a:t>
            </a:r>
            <a:endParaRPr lang="es-ES" sz="1200" b="0" i="0" dirty="0">
              <a:solidFill>
                <a:schemeClr val="bg1"/>
              </a:solidFill>
              <a:latin typeface="Visuelt Pro" panose="020B0503040202040104" pitchFamily="34" charset="0"/>
              <a:cs typeface="Arial" panose="020B0604020202020204" pitchFamily="34" charset="0"/>
            </a:endParaRPr>
          </a:p>
        </p:txBody>
      </p:sp>
      <p:sp>
        <p:nvSpPr>
          <p:cNvPr id="31" name="Título 1">
            <a:extLst>
              <a:ext uri="{FF2B5EF4-FFF2-40B4-BE49-F238E27FC236}">
                <a16:creationId xmlns:a16="http://schemas.microsoft.com/office/drawing/2014/main" id="{19E1BAAE-8EE6-1F43-9E88-9DBE86F8F5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869268" y="2633133"/>
            <a:ext cx="4893732" cy="2514600"/>
          </a:xfrm>
          <a:prstGeom prst="rect">
            <a:avLst/>
          </a:prstGeom>
        </p:spPr>
        <p:txBody>
          <a:bodyPr anchor="ctr" anchorCtr="0"/>
          <a:lstStyle>
            <a:lvl1pPr algn="ctr">
              <a:defRPr sz="1800">
                <a:solidFill>
                  <a:schemeClr val="tx1"/>
                </a:solidFill>
                <a:latin typeface="Visuelt Pro" panose="020B0503040202040104" pitchFamily="34" charset="0"/>
              </a:defRPr>
            </a:lvl1pPr>
          </a:lstStyle>
          <a:p>
            <a:r>
              <a:rPr lang="es-ES" dirty="0"/>
              <a:t>Texto destacado </a:t>
            </a:r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r>
              <a:rPr lang="es-ES" dirty="0"/>
              <a:t> dolor </a:t>
            </a:r>
            <a:r>
              <a:rPr lang="es-ES" dirty="0" err="1"/>
              <a:t>sit</a:t>
            </a:r>
            <a:r>
              <a:rPr lang="es-ES" dirty="0"/>
              <a:t>, </a:t>
            </a:r>
            <a:r>
              <a:rPr lang="es-ES" dirty="0" err="1"/>
              <a:t>consectetuer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, sed </a:t>
            </a:r>
            <a:r>
              <a:rPr lang="es-ES" dirty="0" err="1"/>
              <a:t>diam</a:t>
            </a:r>
            <a:r>
              <a:rPr lang="es-ES" dirty="0"/>
              <a:t> </a:t>
            </a:r>
            <a:r>
              <a:rPr lang="es-ES" dirty="0" err="1"/>
              <a:t>nonummy</a:t>
            </a:r>
            <a:r>
              <a:rPr lang="es-ES" dirty="0"/>
              <a:t> </a:t>
            </a:r>
            <a:r>
              <a:rPr lang="es-ES" dirty="0" err="1"/>
              <a:t>nibh</a:t>
            </a:r>
            <a:r>
              <a:rPr lang="es-ES" dirty="0"/>
              <a:t> </a:t>
            </a:r>
            <a:r>
              <a:rPr lang="es-ES" dirty="0" err="1"/>
              <a:t>euismod</a:t>
            </a:r>
            <a:r>
              <a:rPr lang="es-ES" dirty="0"/>
              <a:t> </a:t>
            </a:r>
            <a:r>
              <a:rPr lang="es-ES" dirty="0" err="1"/>
              <a:t>tincidunt</a:t>
            </a:r>
            <a:r>
              <a:rPr lang="es-ES" dirty="0"/>
              <a:t> ut </a:t>
            </a:r>
            <a:r>
              <a:rPr lang="es-ES" dirty="0" err="1"/>
              <a:t>laoreet</a:t>
            </a:r>
            <a:r>
              <a:rPr lang="es-ES" dirty="0"/>
              <a:t> </a:t>
            </a:r>
            <a:r>
              <a:rPr lang="es-ES" dirty="0" err="1"/>
              <a:t>destacat</a:t>
            </a:r>
            <a:r>
              <a:rPr lang="es-ES" dirty="0"/>
              <a:t> magna </a:t>
            </a:r>
            <a:r>
              <a:rPr lang="es-ES" dirty="0" err="1"/>
              <a:t>aliquam</a:t>
            </a:r>
            <a:r>
              <a:rPr lang="es-ES" dirty="0"/>
              <a:t> </a:t>
            </a:r>
            <a:r>
              <a:rPr lang="es-ES" dirty="0" err="1"/>
              <a:t>erat</a:t>
            </a:r>
            <a:r>
              <a:rPr lang="es-ES" dirty="0"/>
              <a:t> </a:t>
            </a:r>
            <a:r>
              <a:rPr lang="es-ES" dirty="0" err="1"/>
              <a:t>volutpat</a:t>
            </a:r>
            <a:r>
              <a:rPr lang="es-ES" dirty="0"/>
              <a:t>. Texto destacado </a:t>
            </a:r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r>
              <a:rPr lang="es-ES" dirty="0"/>
              <a:t>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, </a:t>
            </a:r>
            <a:r>
              <a:rPr lang="es-ES" dirty="0" err="1"/>
              <a:t>consectetuer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, sed </a:t>
            </a:r>
            <a:r>
              <a:rPr lang="es-ES" dirty="0" err="1"/>
              <a:t>diam</a:t>
            </a:r>
            <a:r>
              <a:rPr lang="es-ES" dirty="0"/>
              <a:t> </a:t>
            </a:r>
            <a:r>
              <a:rPr lang="es-ES" dirty="0" err="1"/>
              <a:t>nonummy</a:t>
            </a:r>
            <a:r>
              <a:rPr lang="es-ES" dirty="0"/>
              <a:t> </a:t>
            </a:r>
            <a:r>
              <a:rPr lang="es-ES" dirty="0" err="1"/>
              <a:t>nibh</a:t>
            </a:r>
            <a:r>
              <a:rPr lang="es-ES" dirty="0"/>
              <a:t> </a:t>
            </a:r>
            <a:r>
              <a:rPr lang="es-ES" dirty="0" err="1"/>
              <a:t>euismod</a:t>
            </a:r>
            <a:r>
              <a:rPr lang="es-ES" dirty="0"/>
              <a:t> </a:t>
            </a:r>
            <a:r>
              <a:rPr lang="es-ES" dirty="0" err="1"/>
              <a:t>tincidunt</a:t>
            </a:r>
            <a:r>
              <a:rPr lang="es-ES" dirty="0"/>
              <a:t> ut </a:t>
            </a:r>
            <a:r>
              <a:rPr lang="es-ES" dirty="0" err="1"/>
              <a:t>laoreet</a:t>
            </a:r>
            <a:r>
              <a:rPr lang="es-ES" dirty="0"/>
              <a:t> </a:t>
            </a:r>
            <a:r>
              <a:rPr lang="es-ES" dirty="0" err="1"/>
              <a:t>destacat</a:t>
            </a:r>
            <a:r>
              <a:rPr lang="es-ES" dirty="0"/>
              <a:t> magna </a:t>
            </a:r>
            <a:r>
              <a:rPr lang="es-ES" dirty="0" err="1"/>
              <a:t>aliquam</a:t>
            </a:r>
            <a:r>
              <a:rPr lang="es-ES" dirty="0"/>
              <a:t> </a:t>
            </a:r>
            <a:r>
              <a:rPr lang="es-ES" dirty="0" err="1"/>
              <a:t>erat</a:t>
            </a:r>
            <a:r>
              <a:rPr lang="es-ES" dirty="0"/>
              <a:t> </a:t>
            </a:r>
            <a:r>
              <a:rPr lang="es-ES" dirty="0" err="1"/>
              <a:t>volutpatTexto</a:t>
            </a:r>
            <a:r>
              <a:rPr lang="es-ES" dirty="0"/>
              <a:t> destacado </a:t>
            </a:r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r>
              <a:rPr lang="es-ES" dirty="0"/>
              <a:t>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, </a:t>
            </a:r>
            <a:r>
              <a:rPr lang="es-ES" dirty="0" err="1"/>
              <a:t>consectetuer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.</a:t>
            </a:r>
          </a:p>
        </p:txBody>
      </p:sp>
      <p:sp>
        <p:nvSpPr>
          <p:cNvPr id="20" name="Marcador de texto 25">
            <a:extLst>
              <a:ext uri="{FF2B5EF4-FFF2-40B4-BE49-F238E27FC236}">
                <a16:creationId xmlns:a16="http://schemas.microsoft.com/office/drawing/2014/main" id="{11D90907-CBE5-8548-BF18-2645596A87A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7464" y="894089"/>
            <a:ext cx="3033293" cy="52364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100" b="0" i="0">
                <a:solidFill>
                  <a:schemeClr val="bg2"/>
                </a:solidFill>
                <a:latin typeface="Periodico Display" panose="02000504080000020004" pitchFamily="2" charset="77"/>
                <a:cs typeface="Times New Roman" panose="02020603050405020304" pitchFamily="18" charset="0"/>
              </a:defRPr>
            </a:lvl1pPr>
          </a:lstStyle>
          <a:p>
            <a:r>
              <a:rPr lang="es-ES" dirty="0"/>
              <a:t>Título </a:t>
            </a:r>
            <a:r>
              <a:rPr lang="es-ES" dirty="0" err="1"/>
              <a:t>slide</a:t>
            </a:r>
            <a:endParaRPr lang="es-ES" dirty="0"/>
          </a:p>
        </p:txBody>
      </p:sp>
      <p:sp>
        <p:nvSpPr>
          <p:cNvPr id="21" name="Marcador de texto 25">
            <a:extLst>
              <a:ext uri="{FF2B5EF4-FFF2-40B4-BE49-F238E27FC236}">
                <a16:creationId xmlns:a16="http://schemas.microsoft.com/office/drawing/2014/main" id="{786AB6B6-7055-DF4B-95E8-D3F4472844C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57464" y="306003"/>
            <a:ext cx="3078403" cy="282083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200" b="0">
                <a:solidFill>
                  <a:schemeClr val="bg2"/>
                </a:solidFill>
                <a:latin typeface="Visuelt Pro" panose="020B0503040202040104" pitchFamily="34" charset="0"/>
              </a:defRPr>
            </a:lvl1pPr>
          </a:lstStyle>
          <a:p>
            <a:r>
              <a:rPr lang="es-ES" dirty="0"/>
              <a:t>00. Título capítulo</a:t>
            </a:r>
          </a:p>
        </p:txBody>
      </p:sp>
      <p:sp>
        <p:nvSpPr>
          <p:cNvPr id="22" name="Marcador de texto 25">
            <a:extLst>
              <a:ext uri="{FF2B5EF4-FFF2-40B4-BE49-F238E27FC236}">
                <a16:creationId xmlns:a16="http://schemas.microsoft.com/office/drawing/2014/main" id="{12E5F717-A1F3-BA4E-B751-CA002D046BF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57464" y="6399354"/>
            <a:ext cx="3033293" cy="276999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200" b="0">
                <a:solidFill>
                  <a:schemeClr val="bg1"/>
                </a:solidFill>
                <a:latin typeface="Visuelt Pro" panose="020B0503040202040104" pitchFamily="34" charset="0"/>
              </a:defRPr>
            </a:lvl1pPr>
          </a:lstStyle>
          <a:p>
            <a:r>
              <a:rPr lang="es-ES" dirty="0"/>
              <a:t>Título presentación</a:t>
            </a:r>
          </a:p>
        </p:txBody>
      </p:sp>
      <p:sp>
        <p:nvSpPr>
          <p:cNvPr id="25" name="Marcador de texto 25">
            <a:extLst>
              <a:ext uri="{FF2B5EF4-FFF2-40B4-BE49-F238E27FC236}">
                <a16:creationId xmlns:a16="http://schemas.microsoft.com/office/drawing/2014/main" id="{2ECB263B-A541-D54B-9CD6-FDF7BBE2EEB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69268" y="1273885"/>
            <a:ext cx="4893732" cy="776858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3100" b="1">
                <a:solidFill>
                  <a:schemeClr val="tx1"/>
                </a:solidFill>
                <a:latin typeface="Visuelt Pro" panose="020B0503040202040104" pitchFamily="34" charset="0"/>
              </a:defRPr>
            </a:lvl1pPr>
          </a:lstStyle>
          <a:p>
            <a:r>
              <a:rPr lang="es-ES" dirty="0"/>
              <a:t>Título destacado</a:t>
            </a:r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1667C917-DEA5-934D-B6A4-E3F089665EB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857743" y="126162"/>
            <a:ext cx="1205070" cy="6025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901679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eño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ángulo 31">
            <a:extLst>
              <a:ext uri="{FF2B5EF4-FFF2-40B4-BE49-F238E27FC236}">
                <a16:creationId xmlns:a16="http://schemas.microsoft.com/office/drawing/2014/main" id="{EC5A1A76-DED3-E845-BEE2-CEC5330692FA}"/>
              </a:ext>
            </a:extLst>
          </p:cNvPr>
          <p:cNvSpPr/>
          <p:nvPr userDrawn="1"/>
        </p:nvSpPr>
        <p:spPr>
          <a:xfrm>
            <a:off x="-94128" y="-47065"/>
            <a:ext cx="6173196" cy="695213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33" name="Título 1">
            <a:extLst>
              <a:ext uri="{FF2B5EF4-FFF2-40B4-BE49-F238E27FC236}">
                <a16:creationId xmlns:a16="http://schemas.microsoft.com/office/drawing/2014/main" id="{86FB673C-18EC-C947-B374-88F9D520CBE2}"/>
              </a:ext>
            </a:extLst>
          </p:cNvPr>
          <p:cNvSpPr txBox="1">
            <a:spLocks/>
          </p:cNvSpPr>
          <p:nvPr userDrawn="1"/>
        </p:nvSpPr>
        <p:spPr>
          <a:xfrm>
            <a:off x="6405396" y="412825"/>
            <a:ext cx="5464809" cy="173663"/>
          </a:xfrm>
          <a:prstGeom prst="rect">
            <a:avLst/>
          </a:prstGeom>
        </p:spPr>
        <p:txBody>
          <a:bodyPr anchor="b"/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7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ES" sz="1200" b="0" i="0" dirty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00. Título capítulo</a:t>
            </a:r>
          </a:p>
        </p:txBody>
      </p:sp>
      <p:sp>
        <p:nvSpPr>
          <p:cNvPr id="44" name="CuadroTexto 43">
            <a:extLst>
              <a:ext uri="{FF2B5EF4-FFF2-40B4-BE49-F238E27FC236}">
                <a16:creationId xmlns:a16="http://schemas.microsoft.com/office/drawing/2014/main" id="{96E9210F-E773-2543-8EEC-1DE0DE394513}"/>
              </a:ext>
            </a:extLst>
          </p:cNvPr>
          <p:cNvSpPr txBox="1"/>
          <p:nvPr userDrawn="1"/>
        </p:nvSpPr>
        <p:spPr>
          <a:xfrm>
            <a:off x="10915587" y="6399354"/>
            <a:ext cx="1056278" cy="276999"/>
          </a:xfrm>
          <a:prstGeom prst="rect">
            <a:avLst/>
          </a:prstGeom>
          <a:noFill/>
        </p:spPr>
        <p:txBody>
          <a:bodyPr wrap="square" rtlCol="0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6171A"/>
                </a:solidFill>
                <a:latin typeface="Arial"/>
              </a:rPr>
              <a:t>2026</a:t>
            </a:r>
            <a:endParaRPr lang="es-ES" sz="1200" b="0" i="0" dirty="0">
              <a:solidFill>
                <a:schemeClr val="bg1"/>
              </a:solidFill>
              <a:latin typeface="Visuelt Pro" panose="020B0503040202040104" pitchFamily="34" charset="0"/>
              <a:cs typeface="Arial" panose="020B0604020202020204" pitchFamily="34" charset="0"/>
            </a:endParaRPr>
          </a:p>
        </p:txBody>
      </p:sp>
      <p:sp>
        <p:nvSpPr>
          <p:cNvPr id="59" name="Marcador de texto 6">
            <a:extLst>
              <a:ext uri="{FF2B5EF4-FFF2-40B4-BE49-F238E27FC236}">
                <a16:creationId xmlns:a16="http://schemas.microsoft.com/office/drawing/2014/main" id="{8F3400B1-D594-4442-B737-BCF5A38E0D6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85089" y="4568825"/>
            <a:ext cx="4688241" cy="1180042"/>
          </a:xfrm>
          <a:prstGeom prst="rect">
            <a:avLst/>
          </a:prstGeom>
        </p:spPr>
        <p:txBody>
          <a:bodyPr/>
          <a:lstStyle>
            <a:lvl1pPr marL="285750" indent="-285750">
              <a:lnSpc>
                <a:spcPct val="100000"/>
              </a:lnSpc>
              <a:spcBef>
                <a:spcPts val="1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Visuelt Pro" panose="020B0503040202040104" pitchFamily="34" charset="0"/>
              </a:defRPr>
            </a:lvl1pPr>
          </a:lstStyle>
          <a:p>
            <a:r>
              <a:rPr lang="es-ES" dirty="0"/>
              <a:t>Lista </a:t>
            </a:r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r>
              <a:rPr lang="es-ES" dirty="0"/>
              <a:t>
Lista </a:t>
            </a:r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r>
              <a:rPr lang="es-ES" dirty="0"/>
              <a:t>
Lista </a:t>
            </a:r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r>
              <a:rPr lang="es-ES" dirty="0"/>
              <a:t>
Lista </a:t>
            </a:r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r>
              <a:rPr lang="es-ES" dirty="0"/>
              <a:t>
Lista </a:t>
            </a:r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endParaRPr lang="es-ES" dirty="0"/>
          </a:p>
        </p:txBody>
      </p:sp>
      <p:sp>
        <p:nvSpPr>
          <p:cNvPr id="62" name="Marcador de texto 25">
            <a:extLst>
              <a:ext uri="{FF2B5EF4-FFF2-40B4-BE49-F238E27FC236}">
                <a16:creationId xmlns:a16="http://schemas.microsoft.com/office/drawing/2014/main" id="{7071F130-476B-F547-91B8-CC3DB646FAF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7464" y="889157"/>
            <a:ext cx="4743460" cy="52364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100" b="0" i="0">
                <a:solidFill>
                  <a:schemeClr val="accent6"/>
                </a:solidFill>
                <a:latin typeface="Periodico Display" panose="02000504080000020004" pitchFamily="2" charset="77"/>
                <a:cs typeface="Times New Roman" panose="02020603050405020304" pitchFamily="18" charset="0"/>
              </a:defRPr>
            </a:lvl1pPr>
          </a:lstStyle>
          <a:p>
            <a:r>
              <a:rPr lang="es-ES" dirty="0"/>
              <a:t>Título </a:t>
            </a:r>
            <a:r>
              <a:rPr lang="es-ES" dirty="0" err="1"/>
              <a:t>slide</a:t>
            </a:r>
            <a:endParaRPr lang="es-ES" dirty="0"/>
          </a:p>
        </p:txBody>
      </p:sp>
      <p:sp>
        <p:nvSpPr>
          <p:cNvPr id="63" name="Marcador de texto 25">
            <a:extLst>
              <a:ext uri="{FF2B5EF4-FFF2-40B4-BE49-F238E27FC236}">
                <a16:creationId xmlns:a16="http://schemas.microsoft.com/office/drawing/2014/main" id="{966C36CF-F134-D443-966D-C0FD80B7D93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57464" y="306003"/>
            <a:ext cx="4794905" cy="282083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200" b="0">
                <a:solidFill>
                  <a:schemeClr val="accent6"/>
                </a:solidFill>
                <a:latin typeface="Visuelt Pro" panose="020B0503040202040104" pitchFamily="34" charset="0"/>
              </a:defRPr>
            </a:lvl1pPr>
          </a:lstStyle>
          <a:p>
            <a:r>
              <a:rPr lang="es-ES" dirty="0"/>
              <a:t>00. Título capítulo</a:t>
            </a:r>
          </a:p>
        </p:txBody>
      </p:sp>
      <p:sp>
        <p:nvSpPr>
          <p:cNvPr id="75" name="Marcador de texto 72">
            <a:extLst>
              <a:ext uri="{FF2B5EF4-FFF2-40B4-BE49-F238E27FC236}">
                <a16:creationId xmlns:a16="http://schemas.microsoft.com/office/drawing/2014/main" id="{E574A015-B695-054C-8660-B90EFB0B557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85089" y="1885739"/>
            <a:ext cx="4721161" cy="34290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100"/>
              </a:spcBef>
              <a:buNone/>
              <a:defRPr sz="1300" b="1">
                <a:latin typeface="Visuelt Pro" panose="020B0503040202040104" pitchFamily="34" charset="0"/>
              </a:defRPr>
            </a:lvl1pPr>
          </a:lstStyle>
          <a:p>
            <a:r>
              <a:rPr lang="es-ES" dirty="0"/>
              <a:t>Título párrafo</a:t>
            </a:r>
          </a:p>
        </p:txBody>
      </p:sp>
      <p:sp>
        <p:nvSpPr>
          <p:cNvPr id="76" name="Marcador de texto 72">
            <a:extLst>
              <a:ext uri="{FF2B5EF4-FFF2-40B4-BE49-F238E27FC236}">
                <a16:creationId xmlns:a16="http://schemas.microsoft.com/office/drawing/2014/main" id="{E57B0336-35A7-744C-B23C-CB974E3E196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85090" y="2424903"/>
            <a:ext cx="4693536" cy="1950242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100"/>
              </a:spcBef>
              <a:buNone/>
              <a:defRPr sz="1300" b="0">
                <a:latin typeface="Visuelt Pro" panose="020B0503040202040104" pitchFamily="34" charset="0"/>
              </a:defRPr>
            </a:lvl1pPr>
          </a:lstStyle>
          <a:p>
            <a:r>
              <a:rPr lang="es-ES" dirty="0"/>
              <a:t>Texto pequeño </a:t>
            </a:r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r>
              <a:rPr lang="es-ES" dirty="0"/>
              <a:t>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, </a:t>
            </a:r>
            <a:r>
              <a:rPr lang="es-ES" dirty="0" err="1"/>
              <a:t>consectetuer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, sed </a:t>
            </a:r>
            <a:r>
              <a:rPr lang="es-ES" dirty="0" err="1"/>
              <a:t>diam</a:t>
            </a:r>
            <a:r>
              <a:rPr lang="es-ES" dirty="0"/>
              <a:t> </a:t>
            </a:r>
            <a:r>
              <a:rPr lang="es-ES" dirty="0" err="1"/>
              <a:t>nonummy</a:t>
            </a:r>
            <a:r>
              <a:rPr lang="es-ES" dirty="0"/>
              <a:t> </a:t>
            </a:r>
            <a:r>
              <a:rPr lang="es-ES" dirty="0" err="1"/>
              <a:t>nibh</a:t>
            </a:r>
            <a:r>
              <a:rPr lang="es-ES" dirty="0"/>
              <a:t> </a:t>
            </a:r>
            <a:r>
              <a:rPr lang="es-ES" dirty="0" err="1"/>
              <a:t>euismod</a:t>
            </a:r>
            <a:r>
              <a:rPr lang="es-ES" dirty="0"/>
              <a:t> </a:t>
            </a:r>
            <a:r>
              <a:rPr lang="es-ES" dirty="0" err="1"/>
              <a:t>tincidunt</a:t>
            </a:r>
            <a:r>
              <a:rPr lang="es-ES" dirty="0"/>
              <a:t> ut </a:t>
            </a:r>
            <a:r>
              <a:rPr lang="es-ES" dirty="0" err="1"/>
              <a:t>laoreet</a:t>
            </a:r>
            <a:r>
              <a:rPr lang="es-ES" dirty="0"/>
              <a:t> </a:t>
            </a:r>
            <a:r>
              <a:rPr lang="es-ES" dirty="0" err="1"/>
              <a:t>dolore</a:t>
            </a:r>
            <a:r>
              <a:rPr lang="es-ES" dirty="0"/>
              <a:t> magna </a:t>
            </a:r>
            <a:r>
              <a:rPr lang="es-ES" dirty="0" err="1"/>
              <a:t>aliquam</a:t>
            </a:r>
            <a:r>
              <a:rPr lang="es-ES" dirty="0"/>
              <a:t> </a:t>
            </a:r>
            <a:r>
              <a:rPr lang="es-ES" dirty="0" err="1"/>
              <a:t>erat</a:t>
            </a:r>
            <a:r>
              <a:rPr lang="es-ES" dirty="0"/>
              <a:t> </a:t>
            </a:r>
            <a:r>
              <a:rPr lang="es-ES" dirty="0" err="1"/>
              <a:t>volutpat</a:t>
            </a:r>
            <a:r>
              <a:rPr lang="es-ES" dirty="0"/>
              <a:t>. Ut </a:t>
            </a:r>
            <a:r>
              <a:rPr lang="es-ES" dirty="0" err="1"/>
              <a:t>wisi</a:t>
            </a:r>
            <a:r>
              <a:rPr lang="es-ES" dirty="0"/>
              <a:t> </a:t>
            </a:r>
            <a:r>
              <a:rPr lang="es-ES" dirty="0" err="1"/>
              <a:t>enim</a:t>
            </a:r>
            <a:r>
              <a:rPr lang="es-ES" dirty="0"/>
              <a:t> ad </a:t>
            </a:r>
            <a:r>
              <a:rPr lang="es-ES" dirty="0" err="1"/>
              <a:t>minim</a:t>
            </a:r>
            <a:r>
              <a:rPr lang="es-ES" dirty="0"/>
              <a:t> </a:t>
            </a:r>
            <a:r>
              <a:rPr lang="es-ES" dirty="0" err="1"/>
              <a:t>veniam</a:t>
            </a:r>
            <a:r>
              <a:rPr lang="es-ES" dirty="0"/>
              <a:t>, </a:t>
            </a:r>
            <a:r>
              <a:rPr lang="es-ES" dirty="0" err="1"/>
              <a:t>quis</a:t>
            </a:r>
            <a:r>
              <a:rPr lang="es-ES" dirty="0"/>
              <a:t> </a:t>
            </a:r>
            <a:r>
              <a:rPr lang="es-ES" dirty="0" err="1"/>
              <a:t>nostrud</a:t>
            </a:r>
            <a:r>
              <a:rPr lang="es-ES" dirty="0"/>
              <a:t> </a:t>
            </a:r>
            <a:r>
              <a:rPr lang="es-ES" dirty="0" err="1"/>
              <a:t>exerci</a:t>
            </a:r>
            <a:r>
              <a:rPr lang="es-ES" dirty="0"/>
              <a:t> </a:t>
            </a:r>
            <a:r>
              <a:rPr lang="es-ES" dirty="0" err="1"/>
              <a:t>tation</a:t>
            </a:r>
            <a:r>
              <a:rPr lang="es-ES" dirty="0"/>
              <a:t> </a:t>
            </a:r>
            <a:r>
              <a:rPr lang="es-ES" dirty="0" err="1"/>
              <a:t>ullamcorper</a:t>
            </a:r>
            <a:r>
              <a:rPr lang="es-ES" dirty="0"/>
              <a:t> </a:t>
            </a:r>
            <a:r>
              <a:rPr lang="es-ES" dirty="0" err="1"/>
              <a:t>suscipit</a:t>
            </a:r>
            <a:r>
              <a:rPr lang="es-ES" dirty="0"/>
              <a:t> </a:t>
            </a:r>
            <a:r>
              <a:rPr lang="es-ES" dirty="0" err="1"/>
              <a:t>lobortis</a:t>
            </a:r>
            <a:r>
              <a:rPr lang="es-ES" dirty="0"/>
              <a:t> </a:t>
            </a:r>
            <a:r>
              <a:rPr lang="es-ES" dirty="0" err="1"/>
              <a:t>nisl</a:t>
            </a:r>
            <a:r>
              <a:rPr lang="es-ES" dirty="0"/>
              <a:t> ut </a:t>
            </a:r>
            <a:r>
              <a:rPr lang="es-ES" dirty="0" err="1"/>
              <a:t>aliquip</a:t>
            </a:r>
            <a:r>
              <a:rPr lang="es-ES" dirty="0"/>
              <a:t> ex </a:t>
            </a:r>
            <a:r>
              <a:rPr lang="es-ES" dirty="0" err="1"/>
              <a:t>ea</a:t>
            </a:r>
            <a:r>
              <a:rPr lang="es-ES" dirty="0"/>
              <a:t> commodo </a:t>
            </a:r>
            <a:r>
              <a:rPr lang="es-ES" dirty="0" err="1"/>
              <a:t>consequat</a:t>
            </a:r>
            <a:r>
              <a:rPr lang="es-ES" dirty="0"/>
              <a:t>. Destacado </a:t>
            </a:r>
            <a:r>
              <a:rPr lang="es-ES" dirty="0" err="1"/>
              <a:t>autem</a:t>
            </a:r>
            <a:r>
              <a:rPr lang="es-ES" dirty="0"/>
              <a:t> </a:t>
            </a:r>
            <a:r>
              <a:rPr lang="es-ES" dirty="0" err="1"/>
              <a:t>vel</a:t>
            </a:r>
            <a:r>
              <a:rPr lang="es-ES" dirty="0"/>
              <a:t> </a:t>
            </a:r>
            <a:r>
              <a:rPr lang="es-ES" dirty="0" err="1"/>
              <a:t>eum</a:t>
            </a:r>
            <a:r>
              <a:rPr lang="es-ES" dirty="0"/>
              <a:t> </a:t>
            </a:r>
            <a:r>
              <a:rPr lang="es-ES" dirty="0" err="1"/>
              <a:t>iriure</a:t>
            </a:r>
            <a:r>
              <a:rPr lang="es-ES" dirty="0"/>
              <a:t> dolor in </a:t>
            </a:r>
            <a:r>
              <a:rPr lang="es-ES" dirty="0" err="1"/>
              <a:t>hendrerit</a:t>
            </a:r>
            <a:r>
              <a:rPr lang="es-ES" dirty="0"/>
              <a:t> in </a:t>
            </a:r>
            <a:r>
              <a:rPr lang="es-ES" dirty="0" err="1"/>
              <a:t>vulputate</a:t>
            </a:r>
            <a:r>
              <a:rPr lang="es-ES" dirty="0"/>
              <a:t> </a:t>
            </a:r>
            <a:r>
              <a:rPr lang="es-ES" dirty="0" err="1"/>
              <a:t>velit</a:t>
            </a:r>
            <a:r>
              <a:rPr lang="es-ES" dirty="0"/>
              <a:t> </a:t>
            </a:r>
            <a:r>
              <a:rPr lang="es-ES" dirty="0" err="1"/>
              <a:t>esse</a:t>
            </a:r>
            <a:r>
              <a:rPr lang="es-ES" dirty="0"/>
              <a:t> </a:t>
            </a:r>
            <a:r>
              <a:rPr lang="es-ES" dirty="0" err="1"/>
              <a:t>molestie</a:t>
            </a:r>
            <a:r>
              <a:rPr lang="es-ES" dirty="0"/>
              <a:t> </a:t>
            </a:r>
            <a:r>
              <a:rPr lang="es-ES" dirty="0" err="1"/>
              <a:t>consequat</a:t>
            </a:r>
            <a:r>
              <a:rPr lang="es-ES" dirty="0"/>
              <a:t>, </a:t>
            </a:r>
            <a:r>
              <a:rPr lang="es-ES" dirty="0" err="1"/>
              <a:t>vel</a:t>
            </a:r>
            <a:r>
              <a:rPr lang="es-ES" dirty="0"/>
              <a:t> </a:t>
            </a:r>
            <a:r>
              <a:rPr lang="es-ES" dirty="0" err="1"/>
              <a:t>illum</a:t>
            </a:r>
            <a:r>
              <a:rPr lang="es-ES" dirty="0"/>
              <a:t> </a:t>
            </a:r>
            <a:r>
              <a:rPr lang="es-ES" dirty="0" err="1"/>
              <a:t>dolore</a:t>
            </a:r>
            <a:r>
              <a:rPr lang="es-ES" dirty="0"/>
              <a:t> </a:t>
            </a:r>
            <a:r>
              <a:rPr lang="es-ES" dirty="0" err="1"/>
              <a:t>eu</a:t>
            </a:r>
            <a:r>
              <a:rPr lang="es-ES" dirty="0"/>
              <a:t> </a:t>
            </a:r>
            <a:r>
              <a:rPr lang="es-ES" dirty="0" err="1"/>
              <a:t>feugiat</a:t>
            </a:r>
            <a:r>
              <a:rPr lang="es-ES" dirty="0"/>
              <a:t> </a:t>
            </a:r>
            <a:r>
              <a:rPr lang="es-ES" dirty="0" err="1"/>
              <a:t>nulla</a:t>
            </a:r>
            <a:r>
              <a:rPr lang="es-ES" dirty="0"/>
              <a:t> </a:t>
            </a:r>
            <a:r>
              <a:rPr lang="es-ES" dirty="0" err="1"/>
              <a:t>facilisis</a:t>
            </a:r>
            <a:r>
              <a:rPr lang="es-ES" dirty="0"/>
              <a:t> at vero eros et </a:t>
            </a:r>
            <a:r>
              <a:rPr lang="es-ES" dirty="0" err="1"/>
              <a:t>accumsan</a:t>
            </a:r>
            <a:r>
              <a:rPr lang="es-ES" dirty="0"/>
              <a:t> et </a:t>
            </a:r>
            <a:r>
              <a:rPr lang="es-ES" dirty="0" err="1"/>
              <a:t>iusto</a:t>
            </a:r>
            <a:r>
              <a:rPr lang="es-ES" dirty="0"/>
              <a:t> odio </a:t>
            </a:r>
            <a:r>
              <a:rPr lang="es-ES" dirty="0" err="1"/>
              <a:t>dignissim</a:t>
            </a:r>
            <a:r>
              <a:rPr lang="es-ES" dirty="0"/>
              <a:t> </a:t>
            </a:r>
            <a:r>
              <a:rPr lang="es-ES" dirty="0" err="1"/>
              <a:t>qui</a:t>
            </a:r>
            <a:r>
              <a:rPr lang="es-ES" dirty="0"/>
              <a:t> </a:t>
            </a:r>
            <a:r>
              <a:rPr lang="es-ES" dirty="0" err="1"/>
              <a:t>blandit</a:t>
            </a:r>
            <a:r>
              <a:rPr lang="es-ES" dirty="0"/>
              <a:t>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, </a:t>
            </a:r>
            <a:r>
              <a:rPr lang="es-ES" dirty="0" err="1"/>
              <a:t>consectetuer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 </a:t>
            </a:r>
            <a:r>
              <a:rPr lang="es-ES" dirty="0" err="1"/>
              <a:t>hendrerit</a:t>
            </a:r>
            <a:r>
              <a:rPr lang="es-ES" dirty="0"/>
              <a:t> in </a:t>
            </a:r>
            <a:r>
              <a:rPr lang="es-ES" dirty="0" err="1"/>
              <a:t>vulputate</a:t>
            </a:r>
            <a:r>
              <a:rPr lang="es-ES" dirty="0"/>
              <a:t> </a:t>
            </a:r>
            <a:r>
              <a:rPr lang="es-ES" dirty="0" err="1"/>
              <a:t>velit</a:t>
            </a:r>
            <a:r>
              <a:rPr lang="es-ES" dirty="0"/>
              <a:t> </a:t>
            </a:r>
            <a:r>
              <a:rPr lang="es-ES" dirty="0" err="1"/>
              <a:t>esse</a:t>
            </a:r>
            <a:r>
              <a:rPr lang="es-ES" dirty="0"/>
              <a:t> </a:t>
            </a:r>
            <a:r>
              <a:rPr lang="es-ES" dirty="0" err="1"/>
              <a:t>molestie</a:t>
            </a:r>
            <a:r>
              <a:rPr lang="es-ES" dirty="0"/>
              <a:t> </a:t>
            </a:r>
            <a:r>
              <a:rPr lang="es-ES" dirty="0" err="1"/>
              <a:t>consequat</a:t>
            </a:r>
            <a:r>
              <a:rPr lang="es-ES" dirty="0"/>
              <a:t>, </a:t>
            </a:r>
            <a:r>
              <a:rPr lang="es-ES" dirty="0" err="1"/>
              <a:t>vel</a:t>
            </a:r>
            <a:r>
              <a:rPr lang="es-ES" dirty="0"/>
              <a:t> </a:t>
            </a:r>
            <a:r>
              <a:rPr lang="es-ES" dirty="0" err="1"/>
              <a:t>illum</a:t>
            </a:r>
            <a:endParaRPr lang="es-ES" dirty="0"/>
          </a:p>
        </p:txBody>
      </p:sp>
      <p:sp>
        <p:nvSpPr>
          <p:cNvPr id="77" name="Marcador de texto 25">
            <a:extLst>
              <a:ext uri="{FF2B5EF4-FFF2-40B4-BE49-F238E27FC236}">
                <a16:creationId xmlns:a16="http://schemas.microsoft.com/office/drawing/2014/main" id="{A246425E-9EFA-A848-8A09-15535F0A6EB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57464" y="6399354"/>
            <a:ext cx="4721161" cy="276999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200" b="0">
                <a:solidFill>
                  <a:schemeClr val="tx1"/>
                </a:solidFill>
                <a:latin typeface="Visuelt Pro" panose="020B0503040202040104" pitchFamily="34" charset="0"/>
              </a:defRPr>
            </a:lvl1pPr>
          </a:lstStyle>
          <a:p>
            <a:r>
              <a:rPr lang="es-ES" dirty="0"/>
              <a:t>Título presentación</a:t>
            </a:r>
          </a:p>
        </p:txBody>
      </p:sp>
      <p:sp>
        <p:nvSpPr>
          <p:cNvPr id="78" name="Marcador de texto 6">
            <a:extLst>
              <a:ext uri="{FF2B5EF4-FFF2-40B4-BE49-F238E27FC236}">
                <a16:creationId xmlns:a16="http://schemas.microsoft.com/office/drawing/2014/main" id="{74E002C9-065A-2745-84D6-F0F746DDFB9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433021" y="4558926"/>
            <a:ext cx="4721161" cy="1180042"/>
          </a:xfrm>
          <a:prstGeom prst="rect">
            <a:avLst/>
          </a:prstGeom>
        </p:spPr>
        <p:txBody>
          <a:bodyPr/>
          <a:lstStyle>
            <a:lvl1pPr marL="285750" indent="-285750">
              <a:lnSpc>
                <a:spcPct val="100000"/>
              </a:lnSpc>
              <a:spcBef>
                <a:spcPts val="1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300">
                <a:solidFill>
                  <a:schemeClr val="bg1"/>
                </a:solidFill>
                <a:latin typeface="Visuelt Pro" panose="020B0503040202040104" pitchFamily="34" charset="0"/>
              </a:defRPr>
            </a:lvl1pPr>
          </a:lstStyle>
          <a:p>
            <a:r>
              <a:rPr lang="es-ES" dirty="0"/>
              <a:t>Lista </a:t>
            </a:r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r>
              <a:rPr lang="es-ES" dirty="0"/>
              <a:t>
Lista </a:t>
            </a:r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r>
              <a:rPr lang="es-ES" dirty="0"/>
              <a:t>
Lista </a:t>
            </a:r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r>
              <a:rPr lang="es-ES" dirty="0"/>
              <a:t>
Lista </a:t>
            </a:r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r>
              <a:rPr lang="es-ES" dirty="0"/>
              <a:t>
Lista </a:t>
            </a:r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endParaRPr lang="es-ES" dirty="0"/>
          </a:p>
        </p:txBody>
      </p:sp>
      <p:sp>
        <p:nvSpPr>
          <p:cNvPr id="79" name="Marcador de texto 72">
            <a:extLst>
              <a:ext uri="{FF2B5EF4-FFF2-40B4-BE49-F238E27FC236}">
                <a16:creationId xmlns:a16="http://schemas.microsoft.com/office/drawing/2014/main" id="{1386661A-C4BB-9D44-9529-77D39FBB837A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433021" y="1885739"/>
            <a:ext cx="4748786" cy="34290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100"/>
              </a:spcBef>
              <a:buNone/>
              <a:defRPr sz="1300" b="1">
                <a:solidFill>
                  <a:schemeClr val="bg1"/>
                </a:solidFill>
                <a:latin typeface="Visuelt Pro" panose="020B0503040202040104" pitchFamily="34" charset="0"/>
              </a:defRPr>
            </a:lvl1pPr>
          </a:lstStyle>
          <a:p>
            <a:r>
              <a:rPr lang="es-ES" dirty="0"/>
              <a:t>Título párrafo</a:t>
            </a:r>
          </a:p>
        </p:txBody>
      </p:sp>
      <p:sp>
        <p:nvSpPr>
          <p:cNvPr id="80" name="Marcador de texto 72">
            <a:extLst>
              <a:ext uri="{FF2B5EF4-FFF2-40B4-BE49-F238E27FC236}">
                <a16:creationId xmlns:a16="http://schemas.microsoft.com/office/drawing/2014/main" id="{4F9B5E30-28D4-134D-ACAF-3A59D70E8ED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433021" y="2424903"/>
            <a:ext cx="4721161" cy="1950242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100"/>
              </a:spcBef>
              <a:buNone/>
              <a:defRPr sz="1300" b="0">
                <a:solidFill>
                  <a:schemeClr val="bg1"/>
                </a:solidFill>
                <a:latin typeface="Visuelt Pro" panose="020B0503040202040104" pitchFamily="34" charset="0"/>
              </a:defRPr>
            </a:lvl1pPr>
          </a:lstStyle>
          <a:p>
            <a:r>
              <a:rPr lang="es-ES" dirty="0"/>
              <a:t>Texto pequeño </a:t>
            </a:r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r>
              <a:rPr lang="es-ES" dirty="0"/>
              <a:t>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, </a:t>
            </a:r>
            <a:r>
              <a:rPr lang="es-ES" dirty="0" err="1"/>
              <a:t>consectetuer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, sed </a:t>
            </a:r>
            <a:r>
              <a:rPr lang="es-ES" dirty="0" err="1"/>
              <a:t>diam</a:t>
            </a:r>
            <a:r>
              <a:rPr lang="es-ES" dirty="0"/>
              <a:t> </a:t>
            </a:r>
            <a:r>
              <a:rPr lang="es-ES" dirty="0" err="1"/>
              <a:t>nonummy</a:t>
            </a:r>
            <a:r>
              <a:rPr lang="es-ES" dirty="0"/>
              <a:t> </a:t>
            </a:r>
            <a:r>
              <a:rPr lang="es-ES" dirty="0" err="1"/>
              <a:t>nibh</a:t>
            </a:r>
            <a:r>
              <a:rPr lang="es-ES" dirty="0"/>
              <a:t> </a:t>
            </a:r>
            <a:r>
              <a:rPr lang="es-ES" dirty="0" err="1"/>
              <a:t>euismod</a:t>
            </a:r>
            <a:r>
              <a:rPr lang="es-ES" dirty="0"/>
              <a:t> </a:t>
            </a:r>
            <a:r>
              <a:rPr lang="es-ES" dirty="0" err="1"/>
              <a:t>tincidunt</a:t>
            </a:r>
            <a:r>
              <a:rPr lang="es-ES" dirty="0"/>
              <a:t> ut </a:t>
            </a:r>
            <a:r>
              <a:rPr lang="es-ES" dirty="0" err="1"/>
              <a:t>laoreet</a:t>
            </a:r>
            <a:r>
              <a:rPr lang="es-ES" dirty="0"/>
              <a:t> </a:t>
            </a:r>
            <a:r>
              <a:rPr lang="es-ES" dirty="0" err="1"/>
              <a:t>dolore</a:t>
            </a:r>
            <a:r>
              <a:rPr lang="es-ES" dirty="0"/>
              <a:t> magna </a:t>
            </a:r>
            <a:r>
              <a:rPr lang="es-ES" dirty="0" err="1"/>
              <a:t>aliquam</a:t>
            </a:r>
            <a:r>
              <a:rPr lang="es-ES" dirty="0"/>
              <a:t> </a:t>
            </a:r>
            <a:r>
              <a:rPr lang="es-ES" dirty="0" err="1"/>
              <a:t>erat</a:t>
            </a:r>
            <a:r>
              <a:rPr lang="es-ES" dirty="0"/>
              <a:t> </a:t>
            </a:r>
            <a:r>
              <a:rPr lang="es-ES" dirty="0" err="1"/>
              <a:t>volutpat</a:t>
            </a:r>
            <a:r>
              <a:rPr lang="es-ES" dirty="0"/>
              <a:t>. Ut </a:t>
            </a:r>
            <a:r>
              <a:rPr lang="es-ES" dirty="0" err="1"/>
              <a:t>wisi</a:t>
            </a:r>
            <a:r>
              <a:rPr lang="es-ES" dirty="0"/>
              <a:t> </a:t>
            </a:r>
            <a:r>
              <a:rPr lang="es-ES" dirty="0" err="1"/>
              <a:t>enim</a:t>
            </a:r>
            <a:r>
              <a:rPr lang="es-ES" dirty="0"/>
              <a:t> ad </a:t>
            </a:r>
            <a:r>
              <a:rPr lang="es-ES" dirty="0" err="1"/>
              <a:t>minim</a:t>
            </a:r>
            <a:r>
              <a:rPr lang="es-ES" dirty="0"/>
              <a:t> </a:t>
            </a:r>
            <a:r>
              <a:rPr lang="es-ES" dirty="0" err="1"/>
              <a:t>veniam</a:t>
            </a:r>
            <a:r>
              <a:rPr lang="es-ES" dirty="0"/>
              <a:t>, </a:t>
            </a:r>
            <a:r>
              <a:rPr lang="es-ES" dirty="0" err="1"/>
              <a:t>quis</a:t>
            </a:r>
            <a:r>
              <a:rPr lang="es-ES" dirty="0"/>
              <a:t> </a:t>
            </a:r>
            <a:r>
              <a:rPr lang="es-ES" dirty="0" err="1"/>
              <a:t>nostrud</a:t>
            </a:r>
            <a:r>
              <a:rPr lang="es-ES" dirty="0"/>
              <a:t> </a:t>
            </a:r>
            <a:r>
              <a:rPr lang="es-ES" dirty="0" err="1"/>
              <a:t>exerci</a:t>
            </a:r>
            <a:r>
              <a:rPr lang="es-ES" dirty="0"/>
              <a:t> </a:t>
            </a:r>
            <a:r>
              <a:rPr lang="es-ES" dirty="0" err="1"/>
              <a:t>tation</a:t>
            </a:r>
            <a:r>
              <a:rPr lang="es-ES" dirty="0"/>
              <a:t> </a:t>
            </a:r>
            <a:r>
              <a:rPr lang="es-ES" dirty="0" err="1"/>
              <a:t>ullamcorper</a:t>
            </a:r>
            <a:r>
              <a:rPr lang="es-ES" dirty="0"/>
              <a:t> </a:t>
            </a:r>
            <a:r>
              <a:rPr lang="es-ES" dirty="0" err="1"/>
              <a:t>suscipit</a:t>
            </a:r>
            <a:r>
              <a:rPr lang="es-ES" dirty="0"/>
              <a:t> </a:t>
            </a:r>
            <a:r>
              <a:rPr lang="es-ES" dirty="0" err="1"/>
              <a:t>lobortis</a:t>
            </a:r>
            <a:r>
              <a:rPr lang="es-ES" dirty="0"/>
              <a:t> </a:t>
            </a:r>
            <a:r>
              <a:rPr lang="es-ES" dirty="0" err="1"/>
              <a:t>nisl</a:t>
            </a:r>
            <a:r>
              <a:rPr lang="es-ES" dirty="0"/>
              <a:t> ut </a:t>
            </a:r>
            <a:r>
              <a:rPr lang="es-ES" dirty="0" err="1"/>
              <a:t>aliquip</a:t>
            </a:r>
            <a:r>
              <a:rPr lang="es-ES" dirty="0"/>
              <a:t> ex </a:t>
            </a:r>
            <a:r>
              <a:rPr lang="es-ES" dirty="0" err="1"/>
              <a:t>ea</a:t>
            </a:r>
            <a:r>
              <a:rPr lang="es-ES" dirty="0"/>
              <a:t> commodo </a:t>
            </a:r>
            <a:r>
              <a:rPr lang="es-ES" dirty="0" err="1"/>
              <a:t>consequat</a:t>
            </a:r>
            <a:r>
              <a:rPr lang="es-ES" dirty="0"/>
              <a:t>. Destacado </a:t>
            </a:r>
            <a:r>
              <a:rPr lang="es-ES" dirty="0" err="1"/>
              <a:t>autem</a:t>
            </a:r>
            <a:r>
              <a:rPr lang="es-ES" dirty="0"/>
              <a:t> </a:t>
            </a:r>
            <a:r>
              <a:rPr lang="es-ES" dirty="0" err="1"/>
              <a:t>vel</a:t>
            </a:r>
            <a:r>
              <a:rPr lang="es-ES" dirty="0"/>
              <a:t> </a:t>
            </a:r>
            <a:r>
              <a:rPr lang="es-ES" dirty="0" err="1"/>
              <a:t>eum</a:t>
            </a:r>
            <a:r>
              <a:rPr lang="es-ES" dirty="0"/>
              <a:t> </a:t>
            </a:r>
            <a:r>
              <a:rPr lang="es-ES" dirty="0" err="1"/>
              <a:t>iriure</a:t>
            </a:r>
            <a:r>
              <a:rPr lang="es-ES" dirty="0"/>
              <a:t> dolor in </a:t>
            </a:r>
            <a:r>
              <a:rPr lang="es-ES" dirty="0" err="1"/>
              <a:t>hendrerit</a:t>
            </a:r>
            <a:r>
              <a:rPr lang="es-ES" dirty="0"/>
              <a:t> in </a:t>
            </a:r>
            <a:r>
              <a:rPr lang="es-ES" dirty="0" err="1"/>
              <a:t>vulputate</a:t>
            </a:r>
            <a:r>
              <a:rPr lang="es-ES" dirty="0"/>
              <a:t> </a:t>
            </a:r>
            <a:r>
              <a:rPr lang="es-ES" dirty="0" err="1"/>
              <a:t>velit</a:t>
            </a:r>
            <a:r>
              <a:rPr lang="es-ES" dirty="0"/>
              <a:t> </a:t>
            </a:r>
            <a:r>
              <a:rPr lang="es-ES" dirty="0" err="1"/>
              <a:t>esse</a:t>
            </a:r>
            <a:r>
              <a:rPr lang="es-ES" dirty="0"/>
              <a:t> </a:t>
            </a:r>
            <a:r>
              <a:rPr lang="es-ES" dirty="0" err="1"/>
              <a:t>molestie</a:t>
            </a:r>
            <a:r>
              <a:rPr lang="es-ES" dirty="0"/>
              <a:t> </a:t>
            </a:r>
            <a:r>
              <a:rPr lang="es-ES" dirty="0" err="1"/>
              <a:t>consequat</a:t>
            </a:r>
            <a:r>
              <a:rPr lang="es-ES" dirty="0"/>
              <a:t>, </a:t>
            </a:r>
            <a:r>
              <a:rPr lang="es-ES" dirty="0" err="1"/>
              <a:t>vel</a:t>
            </a:r>
            <a:r>
              <a:rPr lang="es-ES" dirty="0"/>
              <a:t> </a:t>
            </a:r>
            <a:r>
              <a:rPr lang="es-ES" dirty="0" err="1"/>
              <a:t>illum</a:t>
            </a:r>
            <a:r>
              <a:rPr lang="es-ES" dirty="0"/>
              <a:t> </a:t>
            </a:r>
            <a:r>
              <a:rPr lang="es-ES" dirty="0" err="1"/>
              <a:t>dolore</a:t>
            </a:r>
            <a:r>
              <a:rPr lang="es-ES" dirty="0"/>
              <a:t> </a:t>
            </a:r>
            <a:r>
              <a:rPr lang="es-ES" dirty="0" err="1"/>
              <a:t>eu</a:t>
            </a:r>
            <a:r>
              <a:rPr lang="es-ES" dirty="0"/>
              <a:t> </a:t>
            </a:r>
            <a:r>
              <a:rPr lang="es-ES" dirty="0" err="1"/>
              <a:t>feugiat</a:t>
            </a:r>
            <a:r>
              <a:rPr lang="es-ES" dirty="0"/>
              <a:t> </a:t>
            </a:r>
            <a:r>
              <a:rPr lang="es-ES" dirty="0" err="1"/>
              <a:t>nulla</a:t>
            </a:r>
            <a:r>
              <a:rPr lang="es-ES" dirty="0"/>
              <a:t> </a:t>
            </a:r>
            <a:r>
              <a:rPr lang="es-ES" dirty="0" err="1"/>
              <a:t>facilisis</a:t>
            </a:r>
            <a:r>
              <a:rPr lang="es-ES" dirty="0"/>
              <a:t> at vero eros et </a:t>
            </a:r>
            <a:r>
              <a:rPr lang="es-ES" dirty="0" err="1"/>
              <a:t>accumsan</a:t>
            </a:r>
            <a:r>
              <a:rPr lang="es-ES" dirty="0"/>
              <a:t> et </a:t>
            </a:r>
            <a:r>
              <a:rPr lang="es-ES" dirty="0" err="1"/>
              <a:t>iusto</a:t>
            </a:r>
            <a:r>
              <a:rPr lang="es-ES" dirty="0"/>
              <a:t> odio </a:t>
            </a:r>
            <a:r>
              <a:rPr lang="es-ES" dirty="0" err="1"/>
              <a:t>dignissim</a:t>
            </a:r>
            <a:r>
              <a:rPr lang="es-ES" dirty="0"/>
              <a:t> </a:t>
            </a:r>
            <a:r>
              <a:rPr lang="es-ES" dirty="0" err="1"/>
              <a:t>qui</a:t>
            </a:r>
            <a:r>
              <a:rPr lang="es-ES" dirty="0"/>
              <a:t> </a:t>
            </a:r>
            <a:r>
              <a:rPr lang="es-ES" dirty="0" err="1"/>
              <a:t>blandit</a:t>
            </a:r>
            <a:r>
              <a:rPr lang="es-ES" dirty="0"/>
              <a:t>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, </a:t>
            </a:r>
            <a:r>
              <a:rPr lang="es-ES" dirty="0" err="1"/>
              <a:t>consectetuer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 </a:t>
            </a:r>
            <a:r>
              <a:rPr lang="es-ES" dirty="0" err="1"/>
              <a:t>hendrerit</a:t>
            </a:r>
            <a:r>
              <a:rPr lang="es-ES" dirty="0"/>
              <a:t> in </a:t>
            </a:r>
            <a:r>
              <a:rPr lang="es-ES" dirty="0" err="1"/>
              <a:t>vulputate</a:t>
            </a:r>
            <a:r>
              <a:rPr lang="es-ES" dirty="0"/>
              <a:t> </a:t>
            </a:r>
            <a:r>
              <a:rPr lang="es-ES" dirty="0" err="1"/>
              <a:t>velit</a:t>
            </a:r>
            <a:r>
              <a:rPr lang="es-ES" dirty="0"/>
              <a:t> </a:t>
            </a:r>
            <a:r>
              <a:rPr lang="es-ES" dirty="0" err="1"/>
              <a:t>esse</a:t>
            </a:r>
            <a:r>
              <a:rPr lang="es-ES" dirty="0"/>
              <a:t> </a:t>
            </a:r>
            <a:r>
              <a:rPr lang="es-ES" dirty="0" err="1"/>
              <a:t>molestie</a:t>
            </a:r>
            <a:r>
              <a:rPr lang="es-ES" dirty="0"/>
              <a:t> </a:t>
            </a:r>
            <a:r>
              <a:rPr lang="es-ES" dirty="0" err="1"/>
              <a:t>consequat</a:t>
            </a:r>
            <a:r>
              <a:rPr lang="es-ES" dirty="0"/>
              <a:t>, </a:t>
            </a:r>
            <a:r>
              <a:rPr lang="es-ES" dirty="0" err="1"/>
              <a:t>vel</a:t>
            </a:r>
            <a:r>
              <a:rPr lang="es-ES" dirty="0"/>
              <a:t> </a:t>
            </a:r>
            <a:r>
              <a:rPr lang="es-ES" dirty="0" err="1"/>
              <a:t>illum</a:t>
            </a:r>
            <a:endParaRPr lang="es-ES" dirty="0"/>
          </a:p>
        </p:txBody>
      </p:sp>
      <p:pic>
        <p:nvPicPr>
          <p:cNvPr id="16" name="Imagen 15">
            <a:extLst>
              <a:ext uri="{FF2B5EF4-FFF2-40B4-BE49-F238E27FC236}">
                <a16:creationId xmlns:a16="http://schemas.microsoft.com/office/drawing/2014/main" id="{E21E2552-C813-F846-AEDA-3751F2FD5B3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857743" y="126162"/>
            <a:ext cx="1205070" cy="6035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790608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eño B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ángulo 31">
            <a:extLst>
              <a:ext uri="{FF2B5EF4-FFF2-40B4-BE49-F238E27FC236}">
                <a16:creationId xmlns:a16="http://schemas.microsoft.com/office/drawing/2014/main" id="{EC5A1A76-DED3-E845-BEE2-CEC5330692FA}"/>
              </a:ext>
            </a:extLst>
          </p:cNvPr>
          <p:cNvSpPr/>
          <p:nvPr userDrawn="1"/>
        </p:nvSpPr>
        <p:spPr>
          <a:xfrm>
            <a:off x="0" y="-3889"/>
            <a:ext cx="6079067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44" name="CuadroTexto 43">
            <a:extLst>
              <a:ext uri="{FF2B5EF4-FFF2-40B4-BE49-F238E27FC236}">
                <a16:creationId xmlns:a16="http://schemas.microsoft.com/office/drawing/2014/main" id="{96E9210F-E773-2543-8EEC-1DE0DE394513}"/>
              </a:ext>
            </a:extLst>
          </p:cNvPr>
          <p:cNvSpPr txBox="1"/>
          <p:nvPr userDrawn="1"/>
        </p:nvSpPr>
        <p:spPr>
          <a:xfrm>
            <a:off x="10915587" y="6399354"/>
            <a:ext cx="1056278" cy="276999"/>
          </a:xfrm>
          <a:prstGeom prst="rect">
            <a:avLst/>
          </a:prstGeom>
          <a:noFill/>
        </p:spPr>
        <p:txBody>
          <a:bodyPr wrap="square" rtlCol="0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6171A"/>
                </a:solidFill>
                <a:latin typeface="Arial"/>
              </a:rPr>
              <a:t>2026</a:t>
            </a:r>
            <a:endParaRPr lang="es-ES" sz="1200" b="0" i="0" dirty="0">
              <a:solidFill>
                <a:schemeClr val="bg1"/>
              </a:solidFill>
              <a:latin typeface="Visuelt Pro" panose="020B0503040202040104" pitchFamily="34" charset="0"/>
              <a:cs typeface="Arial" panose="020B0604020202020204" pitchFamily="34" charset="0"/>
            </a:endParaRPr>
          </a:p>
        </p:txBody>
      </p:sp>
      <p:sp>
        <p:nvSpPr>
          <p:cNvPr id="78" name="Marcador de texto 6">
            <a:extLst>
              <a:ext uri="{FF2B5EF4-FFF2-40B4-BE49-F238E27FC236}">
                <a16:creationId xmlns:a16="http://schemas.microsoft.com/office/drawing/2014/main" id="{74E002C9-065A-2745-84D6-F0F746DDFB9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405396" y="4568825"/>
            <a:ext cx="4715835" cy="1180042"/>
          </a:xfrm>
          <a:prstGeom prst="rect">
            <a:avLst/>
          </a:prstGeom>
        </p:spPr>
        <p:txBody>
          <a:bodyPr/>
          <a:lstStyle>
            <a:lvl1pPr marL="285750" indent="-285750">
              <a:lnSpc>
                <a:spcPct val="100000"/>
              </a:lnSpc>
              <a:spcBef>
                <a:spcPts val="1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300">
                <a:solidFill>
                  <a:schemeClr val="bg1"/>
                </a:solidFill>
                <a:latin typeface="Visuelt Pro" panose="020B0503040202040104" pitchFamily="34" charset="0"/>
              </a:defRPr>
            </a:lvl1pPr>
          </a:lstStyle>
          <a:p>
            <a:r>
              <a:rPr lang="es-ES" dirty="0"/>
              <a:t>Lista </a:t>
            </a:r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r>
              <a:rPr lang="es-ES" dirty="0"/>
              <a:t>
Lista </a:t>
            </a:r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r>
              <a:rPr lang="es-ES" dirty="0"/>
              <a:t>
Lista </a:t>
            </a:r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r>
              <a:rPr lang="es-ES" dirty="0"/>
              <a:t>
Lista </a:t>
            </a:r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r>
              <a:rPr lang="es-ES" dirty="0"/>
              <a:t>
Lista </a:t>
            </a:r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endParaRPr lang="es-ES" dirty="0"/>
          </a:p>
        </p:txBody>
      </p:sp>
      <p:sp>
        <p:nvSpPr>
          <p:cNvPr id="79" name="Marcador de texto 72">
            <a:extLst>
              <a:ext uri="{FF2B5EF4-FFF2-40B4-BE49-F238E27FC236}">
                <a16:creationId xmlns:a16="http://schemas.microsoft.com/office/drawing/2014/main" id="{1386661A-C4BB-9D44-9529-77D39FBB837A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405396" y="1885739"/>
            <a:ext cx="4721161" cy="34290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100"/>
              </a:spcBef>
              <a:buNone/>
              <a:defRPr sz="1300" b="1">
                <a:solidFill>
                  <a:schemeClr val="accent6"/>
                </a:solidFill>
                <a:latin typeface="Visuelt Pro" panose="020B0503040202040104" pitchFamily="34" charset="0"/>
              </a:defRPr>
            </a:lvl1pPr>
          </a:lstStyle>
          <a:p>
            <a:r>
              <a:rPr lang="es-ES" dirty="0"/>
              <a:t>Título párrafo</a:t>
            </a:r>
          </a:p>
        </p:txBody>
      </p:sp>
      <p:sp>
        <p:nvSpPr>
          <p:cNvPr id="80" name="Marcador de texto 72">
            <a:extLst>
              <a:ext uri="{FF2B5EF4-FFF2-40B4-BE49-F238E27FC236}">
                <a16:creationId xmlns:a16="http://schemas.microsoft.com/office/drawing/2014/main" id="{4F9B5E30-28D4-134D-ACAF-3A59D70E8ED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405396" y="2424903"/>
            <a:ext cx="4721161" cy="1950242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100"/>
              </a:spcBef>
              <a:buNone/>
              <a:defRPr sz="1300" b="0">
                <a:solidFill>
                  <a:schemeClr val="bg1"/>
                </a:solidFill>
                <a:latin typeface="Visuelt Pro" panose="020B0503040202040104" pitchFamily="34" charset="0"/>
              </a:defRPr>
            </a:lvl1pPr>
          </a:lstStyle>
          <a:p>
            <a:r>
              <a:rPr lang="es-ES" dirty="0"/>
              <a:t>Texto pequeño </a:t>
            </a:r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r>
              <a:rPr lang="es-ES" dirty="0"/>
              <a:t>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, </a:t>
            </a:r>
            <a:r>
              <a:rPr lang="es-ES" dirty="0" err="1"/>
              <a:t>consectetuer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, sed </a:t>
            </a:r>
            <a:r>
              <a:rPr lang="es-ES" dirty="0" err="1"/>
              <a:t>diam</a:t>
            </a:r>
            <a:r>
              <a:rPr lang="es-ES" dirty="0"/>
              <a:t> </a:t>
            </a:r>
            <a:r>
              <a:rPr lang="es-ES" dirty="0" err="1"/>
              <a:t>nonummy</a:t>
            </a:r>
            <a:r>
              <a:rPr lang="es-ES" dirty="0"/>
              <a:t> </a:t>
            </a:r>
            <a:r>
              <a:rPr lang="es-ES" dirty="0" err="1"/>
              <a:t>nibh</a:t>
            </a:r>
            <a:r>
              <a:rPr lang="es-ES" dirty="0"/>
              <a:t> </a:t>
            </a:r>
            <a:r>
              <a:rPr lang="es-ES" dirty="0" err="1"/>
              <a:t>euismod</a:t>
            </a:r>
            <a:r>
              <a:rPr lang="es-ES" dirty="0"/>
              <a:t> </a:t>
            </a:r>
            <a:r>
              <a:rPr lang="es-ES" dirty="0" err="1"/>
              <a:t>tincidunt</a:t>
            </a:r>
            <a:r>
              <a:rPr lang="es-ES" dirty="0"/>
              <a:t> ut </a:t>
            </a:r>
            <a:r>
              <a:rPr lang="es-ES" dirty="0" err="1"/>
              <a:t>laoreet</a:t>
            </a:r>
            <a:r>
              <a:rPr lang="es-ES" dirty="0"/>
              <a:t> </a:t>
            </a:r>
            <a:r>
              <a:rPr lang="es-ES" dirty="0" err="1"/>
              <a:t>dolore</a:t>
            </a:r>
            <a:r>
              <a:rPr lang="es-ES" dirty="0"/>
              <a:t> magna </a:t>
            </a:r>
            <a:r>
              <a:rPr lang="es-ES" dirty="0" err="1"/>
              <a:t>aliquam</a:t>
            </a:r>
            <a:r>
              <a:rPr lang="es-ES" dirty="0"/>
              <a:t> </a:t>
            </a:r>
            <a:r>
              <a:rPr lang="es-ES" dirty="0" err="1"/>
              <a:t>erat</a:t>
            </a:r>
            <a:r>
              <a:rPr lang="es-ES" dirty="0"/>
              <a:t> </a:t>
            </a:r>
            <a:r>
              <a:rPr lang="es-ES" dirty="0" err="1"/>
              <a:t>volutpat</a:t>
            </a:r>
            <a:r>
              <a:rPr lang="es-ES" dirty="0"/>
              <a:t>. Ut </a:t>
            </a:r>
            <a:r>
              <a:rPr lang="es-ES" dirty="0" err="1"/>
              <a:t>wisi</a:t>
            </a:r>
            <a:r>
              <a:rPr lang="es-ES" dirty="0"/>
              <a:t> </a:t>
            </a:r>
            <a:r>
              <a:rPr lang="es-ES" dirty="0" err="1"/>
              <a:t>enim</a:t>
            </a:r>
            <a:r>
              <a:rPr lang="es-ES" dirty="0"/>
              <a:t> ad </a:t>
            </a:r>
            <a:r>
              <a:rPr lang="es-ES" dirty="0" err="1"/>
              <a:t>minim</a:t>
            </a:r>
            <a:r>
              <a:rPr lang="es-ES" dirty="0"/>
              <a:t> </a:t>
            </a:r>
            <a:r>
              <a:rPr lang="es-ES" dirty="0" err="1"/>
              <a:t>veniam</a:t>
            </a:r>
            <a:r>
              <a:rPr lang="es-ES" dirty="0"/>
              <a:t>, </a:t>
            </a:r>
            <a:r>
              <a:rPr lang="es-ES" dirty="0" err="1"/>
              <a:t>quis</a:t>
            </a:r>
            <a:r>
              <a:rPr lang="es-ES" dirty="0"/>
              <a:t> </a:t>
            </a:r>
            <a:r>
              <a:rPr lang="es-ES" dirty="0" err="1"/>
              <a:t>nostrud</a:t>
            </a:r>
            <a:r>
              <a:rPr lang="es-ES" dirty="0"/>
              <a:t> </a:t>
            </a:r>
            <a:r>
              <a:rPr lang="es-ES" dirty="0" err="1"/>
              <a:t>exerci</a:t>
            </a:r>
            <a:r>
              <a:rPr lang="es-ES" dirty="0"/>
              <a:t> </a:t>
            </a:r>
            <a:r>
              <a:rPr lang="es-ES" dirty="0" err="1"/>
              <a:t>tation</a:t>
            </a:r>
            <a:r>
              <a:rPr lang="es-ES" dirty="0"/>
              <a:t> </a:t>
            </a:r>
            <a:r>
              <a:rPr lang="es-ES" dirty="0" err="1"/>
              <a:t>ullamcorper</a:t>
            </a:r>
            <a:r>
              <a:rPr lang="es-ES" dirty="0"/>
              <a:t> </a:t>
            </a:r>
            <a:r>
              <a:rPr lang="es-ES" dirty="0" err="1"/>
              <a:t>suscipit</a:t>
            </a:r>
            <a:r>
              <a:rPr lang="es-ES" dirty="0"/>
              <a:t> </a:t>
            </a:r>
            <a:r>
              <a:rPr lang="es-ES" dirty="0" err="1"/>
              <a:t>lobortis</a:t>
            </a:r>
            <a:r>
              <a:rPr lang="es-ES" dirty="0"/>
              <a:t> </a:t>
            </a:r>
            <a:r>
              <a:rPr lang="es-ES" dirty="0" err="1"/>
              <a:t>nisl</a:t>
            </a:r>
            <a:r>
              <a:rPr lang="es-ES" dirty="0"/>
              <a:t> ut </a:t>
            </a:r>
            <a:r>
              <a:rPr lang="es-ES" dirty="0" err="1"/>
              <a:t>aliquip</a:t>
            </a:r>
            <a:r>
              <a:rPr lang="es-ES" dirty="0"/>
              <a:t> ex </a:t>
            </a:r>
            <a:r>
              <a:rPr lang="es-ES" dirty="0" err="1"/>
              <a:t>ea</a:t>
            </a:r>
            <a:r>
              <a:rPr lang="es-ES" dirty="0"/>
              <a:t> commodo </a:t>
            </a:r>
            <a:r>
              <a:rPr lang="es-ES" dirty="0" err="1"/>
              <a:t>consequat</a:t>
            </a:r>
            <a:r>
              <a:rPr lang="es-ES" dirty="0"/>
              <a:t>. Destacado </a:t>
            </a:r>
            <a:r>
              <a:rPr lang="es-ES" dirty="0" err="1"/>
              <a:t>autem</a:t>
            </a:r>
            <a:r>
              <a:rPr lang="es-ES" dirty="0"/>
              <a:t> </a:t>
            </a:r>
            <a:r>
              <a:rPr lang="es-ES" dirty="0" err="1"/>
              <a:t>vel</a:t>
            </a:r>
            <a:r>
              <a:rPr lang="es-ES" dirty="0"/>
              <a:t> </a:t>
            </a:r>
            <a:r>
              <a:rPr lang="es-ES" dirty="0" err="1"/>
              <a:t>eum</a:t>
            </a:r>
            <a:r>
              <a:rPr lang="es-ES" dirty="0"/>
              <a:t> </a:t>
            </a:r>
            <a:r>
              <a:rPr lang="es-ES" dirty="0" err="1"/>
              <a:t>iriure</a:t>
            </a:r>
            <a:r>
              <a:rPr lang="es-ES" dirty="0"/>
              <a:t> dolor in </a:t>
            </a:r>
            <a:r>
              <a:rPr lang="es-ES" dirty="0" err="1"/>
              <a:t>hendrerit</a:t>
            </a:r>
            <a:r>
              <a:rPr lang="es-ES" dirty="0"/>
              <a:t> in </a:t>
            </a:r>
            <a:r>
              <a:rPr lang="es-ES" dirty="0" err="1"/>
              <a:t>vulputate</a:t>
            </a:r>
            <a:r>
              <a:rPr lang="es-ES" dirty="0"/>
              <a:t> </a:t>
            </a:r>
            <a:r>
              <a:rPr lang="es-ES" dirty="0" err="1"/>
              <a:t>velit</a:t>
            </a:r>
            <a:r>
              <a:rPr lang="es-ES" dirty="0"/>
              <a:t> </a:t>
            </a:r>
            <a:r>
              <a:rPr lang="es-ES" dirty="0" err="1"/>
              <a:t>esse</a:t>
            </a:r>
            <a:r>
              <a:rPr lang="es-ES" dirty="0"/>
              <a:t> </a:t>
            </a:r>
            <a:r>
              <a:rPr lang="es-ES" dirty="0" err="1"/>
              <a:t>molestie</a:t>
            </a:r>
            <a:r>
              <a:rPr lang="es-ES" dirty="0"/>
              <a:t> </a:t>
            </a:r>
            <a:r>
              <a:rPr lang="es-ES" dirty="0" err="1"/>
              <a:t>consequat</a:t>
            </a:r>
            <a:r>
              <a:rPr lang="es-ES" dirty="0"/>
              <a:t>, </a:t>
            </a:r>
            <a:r>
              <a:rPr lang="es-ES" dirty="0" err="1"/>
              <a:t>vel</a:t>
            </a:r>
            <a:r>
              <a:rPr lang="es-ES" dirty="0"/>
              <a:t> </a:t>
            </a:r>
            <a:r>
              <a:rPr lang="es-ES" dirty="0" err="1"/>
              <a:t>illum</a:t>
            </a:r>
            <a:r>
              <a:rPr lang="es-ES" dirty="0"/>
              <a:t> </a:t>
            </a:r>
            <a:r>
              <a:rPr lang="es-ES" dirty="0" err="1"/>
              <a:t>dolore</a:t>
            </a:r>
            <a:r>
              <a:rPr lang="es-ES" dirty="0"/>
              <a:t> </a:t>
            </a:r>
            <a:r>
              <a:rPr lang="es-ES" dirty="0" err="1"/>
              <a:t>eu</a:t>
            </a:r>
            <a:r>
              <a:rPr lang="es-ES" dirty="0"/>
              <a:t> </a:t>
            </a:r>
            <a:r>
              <a:rPr lang="es-ES" dirty="0" err="1"/>
              <a:t>feugiat</a:t>
            </a:r>
            <a:r>
              <a:rPr lang="es-ES" dirty="0"/>
              <a:t> </a:t>
            </a:r>
            <a:r>
              <a:rPr lang="es-ES" dirty="0" err="1"/>
              <a:t>nulla</a:t>
            </a:r>
            <a:r>
              <a:rPr lang="es-ES" dirty="0"/>
              <a:t> </a:t>
            </a:r>
            <a:r>
              <a:rPr lang="es-ES" dirty="0" err="1"/>
              <a:t>facilisis</a:t>
            </a:r>
            <a:r>
              <a:rPr lang="es-ES" dirty="0"/>
              <a:t> at vero eros et </a:t>
            </a:r>
            <a:r>
              <a:rPr lang="es-ES" dirty="0" err="1"/>
              <a:t>accumsan</a:t>
            </a:r>
            <a:r>
              <a:rPr lang="es-ES" dirty="0"/>
              <a:t> et </a:t>
            </a:r>
            <a:r>
              <a:rPr lang="es-ES" dirty="0" err="1"/>
              <a:t>iusto</a:t>
            </a:r>
            <a:r>
              <a:rPr lang="es-ES" dirty="0"/>
              <a:t> odio </a:t>
            </a:r>
            <a:r>
              <a:rPr lang="es-ES" dirty="0" err="1"/>
              <a:t>dignissim</a:t>
            </a:r>
            <a:r>
              <a:rPr lang="es-ES" dirty="0"/>
              <a:t> </a:t>
            </a:r>
            <a:r>
              <a:rPr lang="es-ES" dirty="0" err="1"/>
              <a:t>qui</a:t>
            </a:r>
            <a:r>
              <a:rPr lang="es-ES" dirty="0"/>
              <a:t> </a:t>
            </a:r>
            <a:r>
              <a:rPr lang="es-ES" dirty="0" err="1"/>
              <a:t>blandit</a:t>
            </a:r>
            <a:r>
              <a:rPr lang="es-ES" dirty="0"/>
              <a:t>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, </a:t>
            </a:r>
            <a:r>
              <a:rPr lang="es-ES" dirty="0" err="1"/>
              <a:t>consectetuer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 </a:t>
            </a:r>
            <a:r>
              <a:rPr lang="es-ES" dirty="0" err="1"/>
              <a:t>hendrerit</a:t>
            </a:r>
            <a:r>
              <a:rPr lang="es-ES" dirty="0"/>
              <a:t> in </a:t>
            </a:r>
            <a:r>
              <a:rPr lang="es-ES" dirty="0" err="1"/>
              <a:t>vulputate</a:t>
            </a:r>
            <a:r>
              <a:rPr lang="es-ES" dirty="0"/>
              <a:t> </a:t>
            </a:r>
            <a:r>
              <a:rPr lang="es-ES" dirty="0" err="1"/>
              <a:t>velit</a:t>
            </a:r>
            <a:r>
              <a:rPr lang="es-ES" dirty="0"/>
              <a:t> </a:t>
            </a:r>
            <a:r>
              <a:rPr lang="es-ES" dirty="0" err="1"/>
              <a:t>esse</a:t>
            </a:r>
            <a:r>
              <a:rPr lang="es-ES" dirty="0"/>
              <a:t> </a:t>
            </a:r>
            <a:r>
              <a:rPr lang="es-ES" dirty="0" err="1"/>
              <a:t>molestie</a:t>
            </a:r>
            <a:r>
              <a:rPr lang="es-ES" dirty="0"/>
              <a:t> </a:t>
            </a:r>
            <a:r>
              <a:rPr lang="es-ES" dirty="0" err="1"/>
              <a:t>consequat</a:t>
            </a:r>
            <a:r>
              <a:rPr lang="es-ES" dirty="0"/>
              <a:t>, </a:t>
            </a:r>
            <a:r>
              <a:rPr lang="es-ES" dirty="0" err="1"/>
              <a:t>vel</a:t>
            </a:r>
            <a:r>
              <a:rPr lang="es-ES" dirty="0"/>
              <a:t> </a:t>
            </a:r>
            <a:r>
              <a:rPr lang="es-ES" dirty="0" err="1"/>
              <a:t>illum</a:t>
            </a:r>
            <a:endParaRPr lang="es-ES" dirty="0"/>
          </a:p>
        </p:txBody>
      </p:sp>
      <p:sp>
        <p:nvSpPr>
          <p:cNvPr id="21" name="Marcador de texto 6">
            <a:extLst>
              <a:ext uri="{FF2B5EF4-FFF2-40B4-BE49-F238E27FC236}">
                <a16:creationId xmlns:a16="http://schemas.microsoft.com/office/drawing/2014/main" id="{373FDF6B-B8DD-3043-9C53-9BC45BEE993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85089" y="4568825"/>
            <a:ext cx="4688241" cy="1180042"/>
          </a:xfrm>
          <a:prstGeom prst="rect">
            <a:avLst/>
          </a:prstGeom>
        </p:spPr>
        <p:txBody>
          <a:bodyPr/>
          <a:lstStyle>
            <a:lvl1pPr marL="285750" indent="-285750">
              <a:lnSpc>
                <a:spcPct val="100000"/>
              </a:lnSpc>
              <a:spcBef>
                <a:spcPts val="1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300">
                <a:solidFill>
                  <a:schemeClr val="bg1"/>
                </a:solidFill>
                <a:latin typeface="Visuelt Pro" panose="020B0503040202040104" pitchFamily="34" charset="0"/>
              </a:defRPr>
            </a:lvl1pPr>
          </a:lstStyle>
          <a:p>
            <a:r>
              <a:rPr lang="es-ES" dirty="0"/>
              <a:t>Lista </a:t>
            </a:r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r>
              <a:rPr lang="es-ES" dirty="0"/>
              <a:t>
Lista </a:t>
            </a:r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r>
              <a:rPr lang="es-ES" dirty="0"/>
              <a:t>
Lista </a:t>
            </a:r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r>
              <a:rPr lang="es-ES" dirty="0"/>
              <a:t>
Lista </a:t>
            </a:r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r>
              <a:rPr lang="es-ES" dirty="0"/>
              <a:t>
Lista </a:t>
            </a:r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endParaRPr lang="es-ES" dirty="0"/>
          </a:p>
        </p:txBody>
      </p:sp>
      <p:sp>
        <p:nvSpPr>
          <p:cNvPr id="22" name="Marcador de texto 25">
            <a:extLst>
              <a:ext uri="{FF2B5EF4-FFF2-40B4-BE49-F238E27FC236}">
                <a16:creationId xmlns:a16="http://schemas.microsoft.com/office/drawing/2014/main" id="{7858CACE-248D-0542-9330-FD123F44383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7464" y="889157"/>
            <a:ext cx="4743460" cy="52364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100" b="0" i="0">
                <a:solidFill>
                  <a:schemeClr val="accent6"/>
                </a:solidFill>
                <a:latin typeface="Periodico Display" panose="02000504080000020004" pitchFamily="2" charset="77"/>
                <a:cs typeface="Times New Roman" panose="02020603050405020304" pitchFamily="18" charset="0"/>
              </a:defRPr>
            </a:lvl1pPr>
          </a:lstStyle>
          <a:p>
            <a:r>
              <a:rPr lang="es-ES" dirty="0"/>
              <a:t>Título </a:t>
            </a:r>
            <a:r>
              <a:rPr lang="es-ES" dirty="0" err="1"/>
              <a:t>slide</a:t>
            </a:r>
            <a:endParaRPr lang="es-ES" dirty="0"/>
          </a:p>
        </p:txBody>
      </p:sp>
      <p:sp>
        <p:nvSpPr>
          <p:cNvPr id="23" name="Marcador de texto 25">
            <a:extLst>
              <a:ext uri="{FF2B5EF4-FFF2-40B4-BE49-F238E27FC236}">
                <a16:creationId xmlns:a16="http://schemas.microsoft.com/office/drawing/2014/main" id="{47602718-D3D1-754F-839A-F5A32281991F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57464" y="306003"/>
            <a:ext cx="4794905" cy="282083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200" b="0">
                <a:solidFill>
                  <a:schemeClr val="accent6"/>
                </a:solidFill>
                <a:latin typeface="Visuelt Pro" panose="020B0503040202040104" pitchFamily="34" charset="0"/>
              </a:defRPr>
            </a:lvl1pPr>
          </a:lstStyle>
          <a:p>
            <a:r>
              <a:rPr lang="es-ES" dirty="0"/>
              <a:t>00. Título capítulo</a:t>
            </a:r>
          </a:p>
        </p:txBody>
      </p:sp>
      <p:sp>
        <p:nvSpPr>
          <p:cNvPr id="24" name="Marcador de texto 72">
            <a:extLst>
              <a:ext uri="{FF2B5EF4-FFF2-40B4-BE49-F238E27FC236}">
                <a16:creationId xmlns:a16="http://schemas.microsoft.com/office/drawing/2014/main" id="{56DFAD2A-F2E0-F74A-89E8-ECCE98F861E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85089" y="1885739"/>
            <a:ext cx="4721161" cy="34290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100"/>
              </a:spcBef>
              <a:buNone/>
              <a:defRPr sz="1300" b="1">
                <a:solidFill>
                  <a:schemeClr val="bg1"/>
                </a:solidFill>
                <a:latin typeface="Visuelt Pro" panose="020B0503040202040104" pitchFamily="34" charset="0"/>
              </a:defRPr>
            </a:lvl1pPr>
          </a:lstStyle>
          <a:p>
            <a:r>
              <a:rPr lang="es-ES" dirty="0"/>
              <a:t>Título párrafo</a:t>
            </a:r>
          </a:p>
        </p:txBody>
      </p:sp>
      <p:sp>
        <p:nvSpPr>
          <p:cNvPr id="25" name="Marcador de texto 72">
            <a:extLst>
              <a:ext uri="{FF2B5EF4-FFF2-40B4-BE49-F238E27FC236}">
                <a16:creationId xmlns:a16="http://schemas.microsoft.com/office/drawing/2014/main" id="{FCAA76A4-2A2C-EE43-9D9B-DF318B0AF22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85090" y="2424903"/>
            <a:ext cx="4693536" cy="1950242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100"/>
              </a:spcBef>
              <a:buNone/>
              <a:defRPr sz="1300" b="0">
                <a:solidFill>
                  <a:schemeClr val="bg1"/>
                </a:solidFill>
                <a:latin typeface="Visuelt Pro" panose="020B0503040202040104" pitchFamily="34" charset="0"/>
              </a:defRPr>
            </a:lvl1pPr>
          </a:lstStyle>
          <a:p>
            <a:r>
              <a:rPr lang="es-ES" dirty="0"/>
              <a:t>Texto pequeño </a:t>
            </a:r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r>
              <a:rPr lang="es-ES" dirty="0"/>
              <a:t>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, </a:t>
            </a:r>
            <a:r>
              <a:rPr lang="es-ES" dirty="0" err="1"/>
              <a:t>consectetuer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, sed </a:t>
            </a:r>
            <a:r>
              <a:rPr lang="es-ES" dirty="0" err="1"/>
              <a:t>diam</a:t>
            </a:r>
            <a:r>
              <a:rPr lang="es-ES" dirty="0"/>
              <a:t> </a:t>
            </a:r>
            <a:r>
              <a:rPr lang="es-ES" dirty="0" err="1"/>
              <a:t>nonummy</a:t>
            </a:r>
            <a:r>
              <a:rPr lang="es-ES" dirty="0"/>
              <a:t> </a:t>
            </a:r>
            <a:r>
              <a:rPr lang="es-ES" dirty="0" err="1"/>
              <a:t>nibh</a:t>
            </a:r>
            <a:r>
              <a:rPr lang="es-ES" dirty="0"/>
              <a:t> </a:t>
            </a:r>
            <a:r>
              <a:rPr lang="es-ES" dirty="0" err="1"/>
              <a:t>euismod</a:t>
            </a:r>
            <a:r>
              <a:rPr lang="es-ES" dirty="0"/>
              <a:t> </a:t>
            </a:r>
            <a:r>
              <a:rPr lang="es-ES" dirty="0" err="1"/>
              <a:t>tincidunt</a:t>
            </a:r>
            <a:r>
              <a:rPr lang="es-ES" dirty="0"/>
              <a:t> ut </a:t>
            </a:r>
            <a:r>
              <a:rPr lang="es-ES" dirty="0" err="1"/>
              <a:t>laoreet</a:t>
            </a:r>
            <a:r>
              <a:rPr lang="es-ES" dirty="0"/>
              <a:t> </a:t>
            </a:r>
            <a:r>
              <a:rPr lang="es-ES" dirty="0" err="1"/>
              <a:t>dolore</a:t>
            </a:r>
            <a:r>
              <a:rPr lang="es-ES" dirty="0"/>
              <a:t> magna </a:t>
            </a:r>
            <a:r>
              <a:rPr lang="es-ES" dirty="0" err="1"/>
              <a:t>aliquam</a:t>
            </a:r>
            <a:r>
              <a:rPr lang="es-ES" dirty="0"/>
              <a:t> </a:t>
            </a:r>
            <a:r>
              <a:rPr lang="es-ES" dirty="0" err="1"/>
              <a:t>erat</a:t>
            </a:r>
            <a:r>
              <a:rPr lang="es-ES" dirty="0"/>
              <a:t> </a:t>
            </a:r>
            <a:r>
              <a:rPr lang="es-ES" dirty="0" err="1"/>
              <a:t>volutpat</a:t>
            </a:r>
            <a:r>
              <a:rPr lang="es-ES" dirty="0"/>
              <a:t>. Ut </a:t>
            </a:r>
            <a:r>
              <a:rPr lang="es-ES" dirty="0" err="1"/>
              <a:t>wisi</a:t>
            </a:r>
            <a:r>
              <a:rPr lang="es-ES" dirty="0"/>
              <a:t> </a:t>
            </a:r>
            <a:r>
              <a:rPr lang="es-ES" dirty="0" err="1"/>
              <a:t>enim</a:t>
            </a:r>
            <a:r>
              <a:rPr lang="es-ES" dirty="0"/>
              <a:t> ad </a:t>
            </a:r>
            <a:r>
              <a:rPr lang="es-ES" dirty="0" err="1"/>
              <a:t>minim</a:t>
            </a:r>
            <a:r>
              <a:rPr lang="es-ES" dirty="0"/>
              <a:t> </a:t>
            </a:r>
            <a:r>
              <a:rPr lang="es-ES" dirty="0" err="1"/>
              <a:t>veniam</a:t>
            </a:r>
            <a:r>
              <a:rPr lang="es-ES" dirty="0"/>
              <a:t>, </a:t>
            </a:r>
            <a:r>
              <a:rPr lang="es-ES" dirty="0" err="1"/>
              <a:t>quis</a:t>
            </a:r>
            <a:r>
              <a:rPr lang="es-ES" dirty="0"/>
              <a:t> </a:t>
            </a:r>
            <a:r>
              <a:rPr lang="es-ES" dirty="0" err="1"/>
              <a:t>nostrud</a:t>
            </a:r>
            <a:r>
              <a:rPr lang="es-ES" dirty="0"/>
              <a:t> </a:t>
            </a:r>
            <a:r>
              <a:rPr lang="es-ES" dirty="0" err="1"/>
              <a:t>exerci</a:t>
            </a:r>
            <a:r>
              <a:rPr lang="es-ES" dirty="0"/>
              <a:t> </a:t>
            </a:r>
            <a:r>
              <a:rPr lang="es-ES" dirty="0" err="1"/>
              <a:t>tation</a:t>
            </a:r>
            <a:r>
              <a:rPr lang="es-ES" dirty="0"/>
              <a:t> </a:t>
            </a:r>
            <a:r>
              <a:rPr lang="es-ES" dirty="0" err="1"/>
              <a:t>ullamcorper</a:t>
            </a:r>
            <a:r>
              <a:rPr lang="es-ES" dirty="0"/>
              <a:t> </a:t>
            </a:r>
            <a:r>
              <a:rPr lang="es-ES" dirty="0" err="1"/>
              <a:t>suscipit</a:t>
            </a:r>
            <a:r>
              <a:rPr lang="es-ES" dirty="0"/>
              <a:t> </a:t>
            </a:r>
            <a:r>
              <a:rPr lang="es-ES" dirty="0" err="1"/>
              <a:t>lobortis</a:t>
            </a:r>
            <a:r>
              <a:rPr lang="es-ES" dirty="0"/>
              <a:t> </a:t>
            </a:r>
            <a:r>
              <a:rPr lang="es-ES" dirty="0" err="1"/>
              <a:t>nisl</a:t>
            </a:r>
            <a:r>
              <a:rPr lang="es-ES" dirty="0"/>
              <a:t> ut </a:t>
            </a:r>
            <a:r>
              <a:rPr lang="es-ES" dirty="0" err="1"/>
              <a:t>aliquip</a:t>
            </a:r>
            <a:r>
              <a:rPr lang="es-ES" dirty="0"/>
              <a:t> ex </a:t>
            </a:r>
            <a:r>
              <a:rPr lang="es-ES" dirty="0" err="1"/>
              <a:t>ea</a:t>
            </a:r>
            <a:r>
              <a:rPr lang="es-ES" dirty="0"/>
              <a:t> commodo </a:t>
            </a:r>
            <a:r>
              <a:rPr lang="es-ES" dirty="0" err="1"/>
              <a:t>consequat</a:t>
            </a:r>
            <a:r>
              <a:rPr lang="es-ES" dirty="0"/>
              <a:t>. Destacado </a:t>
            </a:r>
            <a:r>
              <a:rPr lang="es-ES" dirty="0" err="1"/>
              <a:t>autem</a:t>
            </a:r>
            <a:r>
              <a:rPr lang="es-ES" dirty="0"/>
              <a:t> </a:t>
            </a:r>
            <a:r>
              <a:rPr lang="es-ES" dirty="0" err="1"/>
              <a:t>vel</a:t>
            </a:r>
            <a:r>
              <a:rPr lang="es-ES" dirty="0"/>
              <a:t> </a:t>
            </a:r>
            <a:r>
              <a:rPr lang="es-ES" dirty="0" err="1"/>
              <a:t>eum</a:t>
            </a:r>
            <a:r>
              <a:rPr lang="es-ES" dirty="0"/>
              <a:t> </a:t>
            </a:r>
            <a:r>
              <a:rPr lang="es-ES" dirty="0" err="1"/>
              <a:t>iriure</a:t>
            </a:r>
            <a:r>
              <a:rPr lang="es-ES" dirty="0"/>
              <a:t> dolor in </a:t>
            </a:r>
            <a:r>
              <a:rPr lang="es-ES" dirty="0" err="1"/>
              <a:t>hendrerit</a:t>
            </a:r>
            <a:r>
              <a:rPr lang="es-ES" dirty="0"/>
              <a:t> in </a:t>
            </a:r>
            <a:r>
              <a:rPr lang="es-ES" dirty="0" err="1"/>
              <a:t>vulputate</a:t>
            </a:r>
            <a:r>
              <a:rPr lang="es-ES" dirty="0"/>
              <a:t> </a:t>
            </a:r>
            <a:r>
              <a:rPr lang="es-ES" dirty="0" err="1"/>
              <a:t>velit</a:t>
            </a:r>
            <a:r>
              <a:rPr lang="es-ES" dirty="0"/>
              <a:t> </a:t>
            </a:r>
            <a:r>
              <a:rPr lang="es-ES" dirty="0" err="1"/>
              <a:t>esse</a:t>
            </a:r>
            <a:r>
              <a:rPr lang="es-ES" dirty="0"/>
              <a:t> </a:t>
            </a:r>
            <a:r>
              <a:rPr lang="es-ES" dirty="0" err="1"/>
              <a:t>molestie</a:t>
            </a:r>
            <a:r>
              <a:rPr lang="es-ES" dirty="0"/>
              <a:t> </a:t>
            </a:r>
            <a:r>
              <a:rPr lang="es-ES" dirty="0" err="1"/>
              <a:t>consequat</a:t>
            </a:r>
            <a:r>
              <a:rPr lang="es-ES" dirty="0"/>
              <a:t>, </a:t>
            </a:r>
            <a:r>
              <a:rPr lang="es-ES" dirty="0" err="1"/>
              <a:t>vel</a:t>
            </a:r>
            <a:r>
              <a:rPr lang="es-ES" dirty="0"/>
              <a:t> </a:t>
            </a:r>
            <a:r>
              <a:rPr lang="es-ES" dirty="0" err="1"/>
              <a:t>illum</a:t>
            </a:r>
            <a:r>
              <a:rPr lang="es-ES" dirty="0"/>
              <a:t> </a:t>
            </a:r>
            <a:r>
              <a:rPr lang="es-ES" dirty="0" err="1"/>
              <a:t>dolore</a:t>
            </a:r>
            <a:r>
              <a:rPr lang="es-ES" dirty="0"/>
              <a:t> </a:t>
            </a:r>
            <a:r>
              <a:rPr lang="es-ES" dirty="0" err="1"/>
              <a:t>eu</a:t>
            </a:r>
            <a:r>
              <a:rPr lang="es-ES" dirty="0"/>
              <a:t> </a:t>
            </a:r>
            <a:r>
              <a:rPr lang="es-ES" dirty="0" err="1"/>
              <a:t>feugiat</a:t>
            </a:r>
            <a:r>
              <a:rPr lang="es-ES" dirty="0"/>
              <a:t> </a:t>
            </a:r>
            <a:r>
              <a:rPr lang="es-ES" dirty="0" err="1"/>
              <a:t>nulla</a:t>
            </a:r>
            <a:r>
              <a:rPr lang="es-ES" dirty="0"/>
              <a:t> </a:t>
            </a:r>
            <a:r>
              <a:rPr lang="es-ES" dirty="0" err="1"/>
              <a:t>facilisis</a:t>
            </a:r>
            <a:r>
              <a:rPr lang="es-ES" dirty="0"/>
              <a:t> at vero eros et </a:t>
            </a:r>
            <a:r>
              <a:rPr lang="es-ES" dirty="0" err="1"/>
              <a:t>accumsan</a:t>
            </a:r>
            <a:r>
              <a:rPr lang="es-ES" dirty="0"/>
              <a:t> et </a:t>
            </a:r>
            <a:r>
              <a:rPr lang="es-ES" dirty="0" err="1"/>
              <a:t>iusto</a:t>
            </a:r>
            <a:r>
              <a:rPr lang="es-ES" dirty="0"/>
              <a:t> odio </a:t>
            </a:r>
            <a:r>
              <a:rPr lang="es-ES" dirty="0" err="1"/>
              <a:t>dignissim</a:t>
            </a:r>
            <a:r>
              <a:rPr lang="es-ES" dirty="0"/>
              <a:t> </a:t>
            </a:r>
            <a:r>
              <a:rPr lang="es-ES" dirty="0" err="1"/>
              <a:t>qui</a:t>
            </a:r>
            <a:r>
              <a:rPr lang="es-ES" dirty="0"/>
              <a:t> </a:t>
            </a:r>
            <a:r>
              <a:rPr lang="es-ES" dirty="0" err="1"/>
              <a:t>blandit</a:t>
            </a:r>
            <a:r>
              <a:rPr lang="es-ES" dirty="0"/>
              <a:t>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, </a:t>
            </a:r>
            <a:r>
              <a:rPr lang="es-ES" dirty="0" err="1"/>
              <a:t>consectetuer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 </a:t>
            </a:r>
            <a:r>
              <a:rPr lang="es-ES" dirty="0" err="1"/>
              <a:t>hendrerit</a:t>
            </a:r>
            <a:r>
              <a:rPr lang="es-ES" dirty="0"/>
              <a:t> in </a:t>
            </a:r>
            <a:r>
              <a:rPr lang="es-ES" dirty="0" err="1"/>
              <a:t>vulputate</a:t>
            </a:r>
            <a:r>
              <a:rPr lang="es-ES" dirty="0"/>
              <a:t> </a:t>
            </a:r>
            <a:r>
              <a:rPr lang="es-ES" dirty="0" err="1"/>
              <a:t>velit</a:t>
            </a:r>
            <a:r>
              <a:rPr lang="es-ES" dirty="0"/>
              <a:t> </a:t>
            </a:r>
            <a:r>
              <a:rPr lang="es-ES" dirty="0" err="1"/>
              <a:t>esse</a:t>
            </a:r>
            <a:r>
              <a:rPr lang="es-ES" dirty="0"/>
              <a:t> </a:t>
            </a:r>
            <a:r>
              <a:rPr lang="es-ES" dirty="0" err="1"/>
              <a:t>molestie</a:t>
            </a:r>
            <a:r>
              <a:rPr lang="es-ES" dirty="0"/>
              <a:t> </a:t>
            </a:r>
            <a:r>
              <a:rPr lang="es-ES" dirty="0" err="1"/>
              <a:t>consequat</a:t>
            </a:r>
            <a:r>
              <a:rPr lang="es-ES" dirty="0"/>
              <a:t>, </a:t>
            </a:r>
            <a:r>
              <a:rPr lang="es-ES" dirty="0" err="1"/>
              <a:t>vel</a:t>
            </a:r>
            <a:r>
              <a:rPr lang="es-ES" dirty="0"/>
              <a:t> </a:t>
            </a:r>
            <a:r>
              <a:rPr lang="es-ES" dirty="0" err="1"/>
              <a:t>illum</a:t>
            </a:r>
            <a:endParaRPr lang="es-ES" dirty="0"/>
          </a:p>
        </p:txBody>
      </p:sp>
      <p:sp>
        <p:nvSpPr>
          <p:cNvPr id="26" name="Marcador de texto 25">
            <a:extLst>
              <a:ext uri="{FF2B5EF4-FFF2-40B4-BE49-F238E27FC236}">
                <a16:creationId xmlns:a16="http://schemas.microsoft.com/office/drawing/2014/main" id="{BD6CA84F-EEBF-1F43-BA6C-8C9BDF679FD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57464" y="6399354"/>
            <a:ext cx="4721161" cy="276999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200" b="0">
                <a:solidFill>
                  <a:schemeClr val="bg1"/>
                </a:solidFill>
                <a:latin typeface="Visuelt Pro" panose="020B0503040202040104" pitchFamily="34" charset="0"/>
              </a:defRPr>
            </a:lvl1pPr>
          </a:lstStyle>
          <a:p>
            <a:r>
              <a:rPr lang="es-ES" dirty="0"/>
              <a:t>Título presentación</a:t>
            </a:r>
          </a:p>
        </p:txBody>
      </p:sp>
      <p:pic>
        <p:nvPicPr>
          <p:cNvPr id="14" name="Imagen 13">
            <a:extLst>
              <a:ext uri="{FF2B5EF4-FFF2-40B4-BE49-F238E27FC236}">
                <a16:creationId xmlns:a16="http://schemas.microsoft.com/office/drawing/2014/main" id="{ED60EF30-241A-3342-80AD-D10B53AC81A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857743" y="126162"/>
            <a:ext cx="1205070" cy="6025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654106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eño C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5B3F50DC-F75A-674C-A65B-9D93EA9133C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229287" y="0"/>
            <a:ext cx="5962713" cy="6858000"/>
          </a:xfrm>
          <a:prstGeom prst="rect">
            <a:avLst/>
          </a:prstGeom>
        </p:spPr>
      </p:pic>
      <p:sp>
        <p:nvSpPr>
          <p:cNvPr id="44" name="CuadroTexto 43">
            <a:extLst>
              <a:ext uri="{FF2B5EF4-FFF2-40B4-BE49-F238E27FC236}">
                <a16:creationId xmlns:a16="http://schemas.microsoft.com/office/drawing/2014/main" id="{96E9210F-E773-2543-8EEC-1DE0DE394513}"/>
              </a:ext>
            </a:extLst>
          </p:cNvPr>
          <p:cNvSpPr txBox="1"/>
          <p:nvPr userDrawn="1"/>
        </p:nvSpPr>
        <p:spPr>
          <a:xfrm>
            <a:off x="10915587" y="6399354"/>
            <a:ext cx="1056278" cy="276999"/>
          </a:xfrm>
          <a:prstGeom prst="rect">
            <a:avLst/>
          </a:prstGeom>
          <a:noFill/>
        </p:spPr>
        <p:txBody>
          <a:bodyPr wrap="square" rtlCol="0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6171A"/>
                </a:solidFill>
                <a:latin typeface="Arial"/>
              </a:rPr>
              <a:t>2026</a:t>
            </a:r>
            <a:endParaRPr lang="es-ES" sz="1200" b="0" i="0" dirty="0">
              <a:solidFill>
                <a:schemeClr val="bg1"/>
              </a:solidFill>
              <a:latin typeface="Visuelt Pro" panose="020B0503040202040104" pitchFamily="34" charset="0"/>
              <a:cs typeface="Arial" panose="020B0604020202020204" pitchFamily="34" charset="0"/>
            </a:endParaRPr>
          </a:p>
        </p:txBody>
      </p:sp>
      <p:sp>
        <p:nvSpPr>
          <p:cNvPr id="10" name="Marcador de texto 6">
            <a:extLst>
              <a:ext uri="{FF2B5EF4-FFF2-40B4-BE49-F238E27FC236}">
                <a16:creationId xmlns:a16="http://schemas.microsoft.com/office/drawing/2014/main" id="{839E92D0-F74C-D24A-B9B5-A1E9A420496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85089" y="4568825"/>
            <a:ext cx="4688241" cy="1180042"/>
          </a:xfrm>
          <a:prstGeom prst="rect">
            <a:avLst/>
          </a:prstGeom>
        </p:spPr>
        <p:txBody>
          <a:bodyPr/>
          <a:lstStyle>
            <a:lvl1pPr marL="285750" indent="-285750">
              <a:lnSpc>
                <a:spcPct val="100000"/>
              </a:lnSpc>
              <a:spcBef>
                <a:spcPts val="1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Visuelt Pro" panose="020B0503040202040104" pitchFamily="34" charset="0"/>
              </a:defRPr>
            </a:lvl1pPr>
          </a:lstStyle>
          <a:p>
            <a:r>
              <a:rPr lang="es-ES" dirty="0"/>
              <a:t>Lista </a:t>
            </a:r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r>
              <a:rPr lang="es-ES" dirty="0"/>
              <a:t>
Lista </a:t>
            </a:r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r>
              <a:rPr lang="es-ES" dirty="0"/>
              <a:t>
Lista </a:t>
            </a:r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r>
              <a:rPr lang="es-ES" dirty="0"/>
              <a:t>
Lista </a:t>
            </a:r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r>
              <a:rPr lang="es-ES" dirty="0"/>
              <a:t>
Lista </a:t>
            </a:r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endParaRPr lang="es-ES" dirty="0"/>
          </a:p>
        </p:txBody>
      </p:sp>
      <p:sp>
        <p:nvSpPr>
          <p:cNvPr id="11" name="Marcador de texto 25">
            <a:extLst>
              <a:ext uri="{FF2B5EF4-FFF2-40B4-BE49-F238E27FC236}">
                <a16:creationId xmlns:a16="http://schemas.microsoft.com/office/drawing/2014/main" id="{0D7C52A1-C3B8-BF40-A9A8-BC187650CF5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7464" y="889157"/>
            <a:ext cx="4743460" cy="52364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100" b="0" i="0">
                <a:solidFill>
                  <a:schemeClr val="accent6"/>
                </a:solidFill>
                <a:latin typeface="Periodico Display" panose="02000504080000020004" pitchFamily="2" charset="77"/>
                <a:cs typeface="Times New Roman" panose="02020603050405020304" pitchFamily="18" charset="0"/>
              </a:defRPr>
            </a:lvl1pPr>
          </a:lstStyle>
          <a:p>
            <a:r>
              <a:rPr lang="es-ES" dirty="0"/>
              <a:t>Título </a:t>
            </a:r>
            <a:r>
              <a:rPr lang="es-ES" dirty="0" err="1"/>
              <a:t>slide</a:t>
            </a:r>
            <a:endParaRPr lang="es-ES" dirty="0"/>
          </a:p>
        </p:txBody>
      </p:sp>
      <p:sp>
        <p:nvSpPr>
          <p:cNvPr id="12" name="Marcador de texto 25">
            <a:extLst>
              <a:ext uri="{FF2B5EF4-FFF2-40B4-BE49-F238E27FC236}">
                <a16:creationId xmlns:a16="http://schemas.microsoft.com/office/drawing/2014/main" id="{C76B19EF-F42C-E749-965B-80312A64DBD8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57464" y="306003"/>
            <a:ext cx="4794905" cy="282083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200" b="0">
                <a:solidFill>
                  <a:schemeClr val="accent6"/>
                </a:solidFill>
                <a:latin typeface="Visuelt Pro" panose="020B0503040202040104" pitchFamily="34" charset="0"/>
              </a:defRPr>
            </a:lvl1pPr>
          </a:lstStyle>
          <a:p>
            <a:r>
              <a:rPr lang="es-ES" dirty="0"/>
              <a:t>00. Título capítulo</a:t>
            </a:r>
          </a:p>
        </p:txBody>
      </p:sp>
      <p:sp>
        <p:nvSpPr>
          <p:cNvPr id="13" name="Marcador de texto 72">
            <a:extLst>
              <a:ext uri="{FF2B5EF4-FFF2-40B4-BE49-F238E27FC236}">
                <a16:creationId xmlns:a16="http://schemas.microsoft.com/office/drawing/2014/main" id="{A7F09EDC-261E-E044-9605-5F48004AA2C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85089" y="1885739"/>
            <a:ext cx="4721161" cy="34290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100"/>
              </a:spcBef>
              <a:buNone/>
              <a:defRPr sz="1300" b="1">
                <a:solidFill>
                  <a:schemeClr val="tx1"/>
                </a:solidFill>
                <a:latin typeface="Visuelt Pro" panose="020B0503040202040104" pitchFamily="34" charset="0"/>
              </a:defRPr>
            </a:lvl1pPr>
          </a:lstStyle>
          <a:p>
            <a:r>
              <a:rPr lang="es-ES" dirty="0"/>
              <a:t>Título párrafo</a:t>
            </a:r>
          </a:p>
        </p:txBody>
      </p:sp>
      <p:sp>
        <p:nvSpPr>
          <p:cNvPr id="14" name="Marcador de texto 72">
            <a:extLst>
              <a:ext uri="{FF2B5EF4-FFF2-40B4-BE49-F238E27FC236}">
                <a16:creationId xmlns:a16="http://schemas.microsoft.com/office/drawing/2014/main" id="{E018DC42-B9C2-B340-BB46-3221EDF8690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85090" y="2424903"/>
            <a:ext cx="4693536" cy="1950242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100"/>
              </a:spcBef>
              <a:buNone/>
              <a:defRPr sz="1300" b="0">
                <a:solidFill>
                  <a:schemeClr val="tx1"/>
                </a:solidFill>
                <a:latin typeface="Visuelt Pro" panose="020B0503040202040104" pitchFamily="34" charset="0"/>
              </a:defRPr>
            </a:lvl1pPr>
          </a:lstStyle>
          <a:p>
            <a:r>
              <a:rPr lang="es-ES" dirty="0"/>
              <a:t>Texto pequeño </a:t>
            </a:r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r>
              <a:rPr lang="es-ES" dirty="0"/>
              <a:t>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, </a:t>
            </a:r>
            <a:r>
              <a:rPr lang="es-ES" dirty="0" err="1"/>
              <a:t>consectetuer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, sed </a:t>
            </a:r>
            <a:r>
              <a:rPr lang="es-ES" dirty="0" err="1"/>
              <a:t>diam</a:t>
            </a:r>
            <a:r>
              <a:rPr lang="es-ES" dirty="0"/>
              <a:t> </a:t>
            </a:r>
            <a:r>
              <a:rPr lang="es-ES" dirty="0" err="1"/>
              <a:t>nonummy</a:t>
            </a:r>
            <a:r>
              <a:rPr lang="es-ES" dirty="0"/>
              <a:t> </a:t>
            </a:r>
            <a:r>
              <a:rPr lang="es-ES" dirty="0" err="1"/>
              <a:t>nibh</a:t>
            </a:r>
            <a:r>
              <a:rPr lang="es-ES" dirty="0"/>
              <a:t> </a:t>
            </a:r>
            <a:r>
              <a:rPr lang="es-ES" dirty="0" err="1"/>
              <a:t>euismod</a:t>
            </a:r>
            <a:r>
              <a:rPr lang="es-ES" dirty="0"/>
              <a:t> </a:t>
            </a:r>
            <a:r>
              <a:rPr lang="es-ES" dirty="0" err="1"/>
              <a:t>tincidunt</a:t>
            </a:r>
            <a:r>
              <a:rPr lang="es-ES" dirty="0"/>
              <a:t> ut </a:t>
            </a:r>
            <a:r>
              <a:rPr lang="es-ES" dirty="0" err="1"/>
              <a:t>laoreet</a:t>
            </a:r>
            <a:r>
              <a:rPr lang="es-ES" dirty="0"/>
              <a:t> </a:t>
            </a:r>
            <a:r>
              <a:rPr lang="es-ES" dirty="0" err="1"/>
              <a:t>dolore</a:t>
            </a:r>
            <a:r>
              <a:rPr lang="es-ES" dirty="0"/>
              <a:t> magna </a:t>
            </a:r>
            <a:r>
              <a:rPr lang="es-ES" dirty="0" err="1"/>
              <a:t>aliquam</a:t>
            </a:r>
            <a:r>
              <a:rPr lang="es-ES" dirty="0"/>
              <a:t> </a:t>
            </a:r>
            <a:r>
              <a:rPr lang="es-ES" dirty="0" err="1"/>
              <a:t>erat</a:t>
            </a:r>
            <a:r>
              <a:rPr lang="es-ES" dirty="0"/>
              <a:t> </a:t>
            </a:r>
            <a:r>
              <a:rPr lang="es-ES" dirty="0" err="1"/>
              <a:t>volutpat</a:t>
            </a:r>
            <a:r>
              <a:rPr lang="es-ES" dirty="0"/>
              <a:t>. Ut </a:t>
            </a:r>
            <a:r>
              <a:rPr lang="es-ES" dirty="0" err="1"/>
              <a:t>wisi</a:t>
            </a:r>
            <a:r>
              <a:rPr lang="es-ES" dirty="0"/>
              <a:t> </a:t>
            </a:r>
            <a:r>
              <a:rPr lang="es-ES" dirty="0" err="1"/>
              <a:t>enim</a:t>
            </a:r>
            <a:r>
              <a:rPr lang="es-ES" dirty="0"/>
              <a:t> ad </a:t>
            </a:r>
            <a:r>
              <a:rPr lang="es-ES" dirty="0" err="1"/>
              <a:t>minim</a:t>
            </a:r>
            <a:r>
              <a:rPr lang="es-ES" dirty="0"/>
              <a:t> </a:t>
            </a:r>
            <a:r>
              <a:rPr lang="es-ES" dirty="0" err="1"/>
              <a:t>veniam</a:t>
            </a:r>
            <a:r>
              <a:rPr lang="es-ES" dirty="0"/>
              <a:t>, </a:t>
            </a:r>
            <a:r>
              <a:rPr lang="es-ES" dirty="0" err="1"/>
              <a:t>quis</a:t>
            </a:r>
            <a:r>
              <a:rPr lang="es-ES" dirty="0"/>
              <a:t> </a:t>
            </a:r>
            <a:r>
              <a:rPr lang="es-ES" dirty="0" err="1"/>
              <a:t>nostrud</a:t>
            </a:r>
            <a:r>
              <a:rPr lang="es-ES" dirty="0"/>
              <a:t> </a:t>
            </a:r>
            <a:r>
              <a:rPr lang="es-ES" dirty="0" err="1"/>
              <a:t>exerci</a:t>
            </a:r>
            <a:r>
              <a:rPr lang="es-ES" dirty="0"/>
              <a:t> </a:t>
            </a:r>
            <a:r>
              <a:rPr lang="es-ES" dirty="0" err="1"/>
              <a:t>tation</a:t>
            </a:r>
            <a:r>
              <a:rPr lang="es-ES" dirty="0"/>
              <a:t> </a:t>
            </a:r>
            <a:r>
              <a:rPr lang="es-ES" dirty="0" err="1"/>
              <a:t>ullamcorper</a:t>
            </a:r>
            <a:r>
              <a:rPr lang="es-ES" dirty="0"/>
              <a:t> </a:t>
            </a:r>
            <a:r>
              <a:rPr lang="es-ES" dirty="0" err="1"/>
              <a:t>suscipit</a:t>
            </a:r>
            <a:r>
              <a:rPr lang="es-ES" dirty="0"/>
              <a:t> </a:t>
            </a:r>
            <a:r>
              <a:rPr lang="es-ES" dirty="0" err="1"/>
              <a:t>lobortis</a:t>
            </a:r>
            <a:r>
              <a:rPr lang="es-ES" dirty="0"/>
              <a:t> </a:t>
            </a:r>
            <a:r>
              <a:rPr lang="es-ES" dirty="0" err="1"/>
              <a:t>nisl</a:t>
            </a:r>
            <a:r>
              <a:rPr lang="es-ES" dirty="0"/>
              <a:t> ut </a:t>
            </a:r>
            <a:r>
              <a:rPr lang="es-ES" dirty="0" err="1"/>
              <a:t>aliquip</a:t>
            </a:r>
            <a:r>
              <a:rPr lang="es-ES" dirty="0"/>
              <a:t> ex </a:t>
            </a:r>
            <a:r>
              <a:rPr lang="es-ES" dirty="0" err="1"/>
              <a:t>ea</a:t>
            </a:r>
            <a:r>
              <a:rPr lang="es-ES" dirty="0"/>
              <a:t> commodo </a:t>
            </a:r>
            <a:r>
              <a:rPr lang="es-ES" dirty="0" err="1"/>
              <a:t>consequat</a:t>
            </a:r>
            <a:r>
              <a:rPr lang="es-ES" dirty="0"/>
              <a:t>. Destacado </a:t>
            </a:r>
            <a:r>
              <a:rPr lang="es-ES" dirty="0" err="1"/>
              <a:t>autem</a:t>
            </a:r>
            <a:r>
              <a:rPr lang="es-ES" dirty="0"/>
              <a:t> </a:t>
            </a:r>
            <a:r>
              <a:rPr lang="es-ES" dirty="0" err="1"/>
              <a:t>vel</a:t>
            </a:r>
            <a:r>
              <a:rPr lang="es-ES" dirty="0"/>
              <a:t> </a:t>
            </a:r>
            <a:r>
              <a:rPr lang="es-ES" dirty="0" err="1"/>
              <a:t>eum</a:t>
            </a:r>
            <a:r>
              <a:rPr lang="es-ES" dirty="0"/>
              <a:t> </a:t>
            </a:r>
            <a:r>
              <a:rPr lang="es-ES" dirty="0" err="1"/>
              <a:t>iriure</a:t>
            </a:r>
            <a:r>
              <a:rPr lang="es-ES" dirty="0"/>
              <a:t> dolor in </a:t>
            </a:r>
            <a:r>
              <a:rPr lang="es-ES" dirty="0" err="1"/>
              <a:t>hendrerit</a:t>
            </a:r>
            <a:r>
              <a:rPr lang="es-ES" dirty="0"/>
              <a:t> in </a:t>
            </a:r>
            <a:r>
              <a:rPr lang="es-ES" dirty="0" err="1"/>
              <a:t>vulputate</a:t>
            </a:r>
            <a:r>
              <a:rPr lang="es-ES" dirty="0"/>
              <a:t> </a:t>
            </a:r>
            <a:r>
              <a:rPr lang="es-ES" dirty="0" err="1"/>
              <a:t>velit</a:t>
            </a:r>
            <a:r>
              <a:rPr lang="es-ES" dirty="0"/>
              <a:t> </a:t>
            </a:r>
            <a:r>
              <a:rPr lang="es-ES" dirty="0" err="1"/>
              <a:t>esse</a:t>
            </a:r>
            <a:r>
              <a:rPr lang="es-ES" dirty="0"/>
              <a:t> </a:t>
            </a:r>
            <a:r>
              <a:rPr lang="es-ES" dirty="0" err="1"/>
              <a:t>molestie</a:t>
            </a:r>
            <a:r>
              <a:rPr lang="es-ES" dirty="0"/>
              <a:t> </a:t>
            </a:r>
            <a:r>
              <a:rPr lang="es-ES" dirty="0" err="1"/>
              <a:t>consequat</a:t>
            </a:r>
            <a:r>
              <a:rPr lang="es-ES" dirty="0"/>
              <a:t>, </a:t>
            </a:r>
            <a:r>
              <a:rPr lang="es-ES" dirty="0" err="1"/>
              <a:t>vel</a:t>
            </a:r>
            <a:r>
              <a:rPr lang="es-ES" dirty="0"/>
              <a:t> </a:t>
            </a:r>
            <a:r>
              <a:rPr lang="es-ES" dirty="0" err="1"/>
              <a:t>illum</a:t>
            </a:r>
            <a:r>
              <a:rPr lang="es-ES" dirty="0"/>
              <a:t> </a:t>
            </a:r>
            <a:r>
              <a:rPr lang="es-ES" dirty="0" err="1"/>
              <a:t>dolore</a:t>
            </a:r>
            <a:r>
              <a:rPr lang="es-ES" dirty="0"/>
              <a:t> </a:t>
            </a:r>
            <a:r>
              <a:rPr lang="es-ES" dirty="0" err="1"/>
              <a:t>eu</a:t>
            </a:r>
            <a:r>
              <a:rPr lang="es-ES" dirty="0"/>
              <a:t> </a:t>
            </a:r>
            <a:r>
              <a:rPr lang="es-ES" dirty="0" err="1"/>
              <a:t>feugiat</a:t>
            </a:r>
            <a:r>
              <a:rPr lang="es-ES" dirty="0"/>
              <a:t> </a:t>
            </a:r>
            <a:r>
              <a:rPr lang="es-ES" dirty="0" err="1"/>
              <a:t>nulla</a:t>
            </a:r>
            <a:r>
              <a:rPr lang="es-ES" dirty="0"/>
              <a:t> </a:t>
            </a:r>
            <a:r>
              <a:rPr lang="es-ES" dirty="0" err="1"/>
              <a:t>facilisis</a:t>
            </a:r>
            <a:r>
              <a:rPr lang="es-ES" dirty="0"/>
              <a:t> at vero eros et </a:t>
            </a:r>
            <a:r>
              <a:rPr lang="es-ES" dirty="0" err="1"/>
              <a:t>accumsan</a:t>
            </a:r>
            <a:r>
              <a:rPr lang="es-ES" dirty="0"/>
              <a:t> et </a:t>
            </a:r>
            <a:r>
              <a:rPr lang="es-ES" dirty="0" err="1"/>
              <a:t>iusto</a:t>
            </a:r>
            <a:r>
              <a:rPr lang="es-ES" dirty="0"/>
              <a:t> odio </a:t>
            </a:r>
            <a:r>
              <a:rPr lang="es-ES" dirty="0" err="1"/>
              <a:t>dignissim</a:t>
            </a:r>
            <a:r>
              <a:rPr lang="es-ES" dirty="0"/>
              <a:t> </a:t>
            </a:r>
            <a:r>
              <a:rPr lang="es-ES" dirty="0" err="1"/>
              <a:t>qui</a:t>
            </a:r>
            <a:r>
              <a:rPr lang="es-ES" dirty="0"/>
              <a:t> </a:t>
            </a:r>
            <a:r>
              <a:rPr lang="es-ES" dirty="0" err="1"/>
              <a:t>blandit</a:t>
            </a:r>
            <a:r>
              <a:rPr lang="es-ES" dirty="0"/>
              <a:t>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, </a:t>
            </a:r>
            <a:r>
              <a:rPr lang="es-ES" dirty="0" err="1"/>
              <a:t>consectetuer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 </a:t>
            </a:r>
            <a:r>
              <a:rPr lang="es-ES" dirty="0" err="1"/>
              <a:t>hendrerit</a:t>
            </a:r>
            <a:r>
              <a:rPr lang="es-ES" dirty="0"/>
              <a:t> in </a:t>
            </a:r>
            <a:r>
              <a:rPr lang="es-ES" dirty="0" err="1"/>
              <a:t>vulputate</a:t>
            </a:r>
            <a:r>
              <a:rPr lang="es-ES" dirty="0"/>
              <a:t> </a:t>
            </a:r>
            <a:r>
              <a:rPr lang="es-ES" dirty="0" err="1"/>
              <a:t>velit</a:t>
            </a:r>
            <a:r>
              <a:rPr lang="es-ES" dirty="0"/>
              <a:t> </a:t>
            </a:r>
            <a:r>
              <a:rPr lang="es-ES" dirty="0" err="1"/>
              <a:t>esse</a:t>
            </a:r>
            <a:r>
              <a:rPr lang="es-ES" dirty="0"/>
              <a:t> </a:t>
            </a:r>
            <a:r>
              <a:rPr lang="es-ES" dirty="0" err="1"/>
              <a:t>molestie</a:t>
            </a:r>
            <a:r>
              <a:rPr lang="es-ES" dirty="0"/>
              <a:t> </a:t>
            </a:r>
            <a:r>
              <a:rPr lang="es-ES" dirty="0" err="1"/>
              <a:t>consequat</a:t>
            </a:r>
            <a:r>
              <a:rPr lang="es-ES" dirty="0"/>
              <a:t>, </a:t>
            </a:r>
            <a:r>
              <a:rPr lang="es-ES" dirty="0" err="1"/>
              <a:t>vel</a:t>
            </a:r>
            <a:r>
              <a:rPr lang="es-ES" dirty="0"/>
              <a:t> </a:t>
            </a:r>
            <a:r>
              <a:rPr lang="es-ES" dirty="0" err="1"/>
              <a:t>illum</a:t>
            </a:r>
            <a:endParaRPr lang="es-ES" dirty="0"/>
          </a:p>
        </p:txBody>
      </p:sp>
      <p:sp>
        <p:nvSpPr>
          <p:cNvPr id="15" name="Marcador de texto 25">
            <a:extLst>
              <a:ext uri="{FF2B5EF4-FFF2-40B4-BE49-F238E27FC236}">
                <a16:creationId xmlns:a16="http://schemas.microsoft.com/office/drawing/2014/main" id="{A15C4899-7BBA-3945-BA97-98DBFDC717D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57464" y="6399354"/>
            <a:ext cx="4721161" cy="276999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200" b="0">
                <a:solidFill>
                  <a:schemeClr val="tx1"/>
                </a:solidFill>
                <a:latin typeface="Visuelt Pro" panose="020B0503040202040104" pitchFamily="34" charset="0"/>
              </a:defRPr>
            </a:lvl1pPr>
          </a:lstStyle>
          <a:p>
            <a:r>
              <a:rPr lang="es-ES" dirty="0"/>
              <a:t>Título presentación</a:t>
            </a:r>
          </a:p>
        </p:txBody>
      </p:sp>
      <p:pic>
        <p:nvPicPr>
          <p:cNvPr id="17" name="Imagen 16">
            <a:extLst>
              <a:ext uri="{FF2B5EF4-FFF2-40B4-BE49-F238E27FC236}">
                <a16:creationId xmlns:a16="http://schemas.microsoft.com/office/drawing/2014/main" id="{65EEC487-2A86-6945-AA4B-CF4C2C11528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857743" y="126162"/>
            <a:ext cx="1205070" cy="6035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234840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eño D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F3D64029-0A92-204A-87B9-1FB3C47A287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-123"/>
          <a:stretch/>
        </p:blipFill>
        <p:spPr>
          <a:xfrm>
            <a:off x="6597748" y="0"/>
            <a:ext cx="5615684" cy="6866467"/>
          </a:xfrm>
          <a:prstGeom prst="rect">
            <a:avLst/>
          </a:prstGeom>
        </p:spPr>
      </p:pic>
      <p:sp>
        <p:nvSpPr>
          <p:cNvPr id="38" name="CuadroTexto 37">
            <a:extLst>
              <a:ext uri="{FF2B5EF4-FFF2-40B4-BE49-F238E27FC236}">
                <a16:creationId xmlns:a16="http://schemas.microsoft.com/office/drawing/2014/main" id="{EA7C54CE-AA5B-6648-AE4E-9DA0E5BA6F20}"/>
              </a:ext>
            </a:extLst>
          </p:cNvPr>
          <p:cNvSpPr txBox="1"/>
          <p:nvPr userDrawn="1"/>
        </p:nvSpPr>
        <p:spPr>
          <a:xfrm>
            <a:off x="10915587" y="6399354"/>
            <a:ext cx="1056278" cy="276999"/>
          </a:xfrm>
          <a:prstGeom prst="rect">
            <a:avLst/>
          </a:prstGeom>
          <a:noFill/>
        </p:spPr>
        <p:txBody>
          <a:bodyPr wrap="square" rtlCol="0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6171A"/>
                </a:solidFill>
                <a:latin typeface="Arial"/>
              </a:rPr>
              <a:t>2026</a:t>
            </a:r>
            <a:endParaRPr lang="es-ES" sz="1200" b="0" i="0" dirty="0">
              <a:solidFill>
                <a:schemeClr val="tx1"/>
              </a:solidFill>
              <a:latin typeface="Visuelt Pro" panose="020B0503040202040104" pitchFamily="34" charset="0"/>
              <a:cs typeface="Arial" panose="020B0604020202020204" pitchFamily="34" charset="0"/>
            </a:endParaRPr>
          </a:p>
        </p:txBody>
      </p:sp>
      <p:sp>
        <p:nvSpPr>
          <p:cNvPr id="10" name="Marcador de texto 25">
            <a:extLst>
              <a:ext uri="{FF2B5EF4-FFF2-40B4-BE49-F238E27FC236}">
                <a16:creationId xmlns:a16="http://schemas.microsoft.com/office/drawing/2014/main" id="{D79F9DE1-B7ED-FB4C-8312-2BE5BFC035C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7465" y="884512"/>
            <a:ext cx="4749795" cy="52364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100" b="0" i="0">
                <a:solidFill>
                  <a:schemeClr val="accent6"/>
                </a:solidFill>
                <a:latin typeface="Periodico Display" panose="02000504080000020004" pitchFamily="2" charset="77"/>
                <a:cs typeface="Times New Roman" panose="02020603050405020304" pitchFamily="18" charset="0"/>
              </a:defRPr>
            </a:lvl1pPr>
          </a:lstStyle>
          <a:p>
            <a:r>
              <a:rPr lang="es-ES" dirty="0"/>
              <a:t>Título </a:t>
            </a:r>
            <a:r>
              <a:rPr lang="es-ES" dirty="0" err="1"/>
              <a:t>slide</a:t>
            </a:r>
            <a:endParaRPr lang="es-ES" dirty="0"/>
          </a:p>
        </p:txBody>
      </p:sp>
      <p:sp>
        <p:nvSpPr>
          <p:cNvPr id="11" name="Marcador de texto 25">
            <a:extLst>
              <a:ext uri="{FF2B5EF4-FFF2-40B4-BE49-F238E27FC236}">
                <a16:creationId xmlns:a16="http://schemas.microsoft.com/office/drawing/2014/main" id="{5E237027-DC7E-9B43-BB10-850FCEC3C65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57465" y="306003"/>
            <a:ext cx="4794904" cy="282083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200" b="0">
                <a:solidFill>
                  <a:schemeClr val="accent6"/>
                </a:solidFill>
                <a:latin typeface="Visuelt Pro" panose="020B0503040202040104" pitchFamily="34" charset="0"/>
              </a:defRPr>
            </a:lvl1pPr>
          </a:lstStyle>
          <a:p>
            <a:r>
              <a:rPr lang="es-ES" dirty="0"/>
              <a:t>00. Título capítulo</a:t>
            </a:r>
          </a:p>
        </p:txBody>
      </p:sp>
      <p:sp>
        <p:nvSpPr>
          <p:cNvPr id="12" name="Marcador de texto 25">
            <a:extLst>
              <a:ext uri="{FF2B5EF4-FFF2-40B4-BE49-F238E27FC236}">
                <a16:creationId xmlns:a16="http://schemas.microsoft.com/office/drawing/2014/main" id="{56DB1BF4-82DE-2D46-95DF-90816C16479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57465" y="6399353"/>
            <a:ext cx="4721161" cy="276999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200" b="0">
                <a:solidFill>
                  <a:schemeClr val="tx1"/>
                </a:solidFill>
                <a:latin typeface="Visuelt Pro" panose="020B0503040202040104" pitchFamily="34" charset="0"/>
              </a:defRPr>
            </a:lvl1pPr>
          </a:lstStyle>
          <a:p>
            <a:r>
              <a:rPr lang="es-ES" dirty="0"/>
              <a:t>Título presentación</a:t>
            </a:r>
          </a:p>
        </p:txBody>
      </p:sp>
      <p:sp>
        <p:nvSpPr>
          <p:cNvPr id="15" name="Marcador de texto 25">
            <a:extLst>
              <a:ext uri="{FF2B5EF4-FFF2-40B4-BE49-F238E27FC236}">
                <a16:creationId xmlns:a16="http://schemas.microsoft.com/office/drawing/2014/main" id="{2BDFDAE8-4D7D-7C40-93DC-38873B97E92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57465" y="1903855"/>
            <a:ext cx="5520002" cy="10477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6500" b="1">
                <a:solidFill>
                  <a:schemeClr val="tx1"/>
                </a:solidFill>
                <a:latin typeface="Visuelt Pro" panose="020B0503040202040104" pitchFamily="34" charset="0"/>
              </a:defRPr>
            </a:lvl1pPr>
          </a:lstStyle>
          <a:p>
            <a:r>
              <a:rPr lang="es-ES" dirty="0"/>
              <a:t>DESTACADO</a:t>
            </a:r>
          </a:p>
        </p:txBody>
      </p:sp>
      <p:sp>
        <p:nvSpPr>
          <p:cNvPr id="18" name="Marcador de texto 72">
            <a:extLst>
              <a:ext uri="{FF2B5EF4-FFF2-40B4-BE49-F238E27FC236}">
                <a16:creationId xmlns:a16="http://schemas.microsoft.com/office/drawing/2014/main" id="{7C4D0A1A-0C45-AC42-8BF1-9C0585D4429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59176" y="3346065"/>
            <a:ext cx="5543328" cy="1950242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100"/>
              </a:spcBef>
              <a:buNone/>
              <a:defRPr sz="1300" b="0">
                <a:latin typeface="Visuelt Pro" panose="020B0503040202040104" pitchFamily="34" charset="0"/>
              </a:defRPr>
            </a:lvl1pPr>
          </a:lstStyle>
          <a:p>
            <a:r>
              <a:rPr lang="es-ES" dirty="0"/>
              <a:t>Texto pequeño </a:t>
            </a:r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r>
              <a:rPr lang="es-ES" dirty="0"/>
              <a:t>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, </a:t>
            </a:r>
            <a:r>
              <a:rPr lang="es-ES" dirty="0" err="1"/>
              <a:t>consectetuer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, sed </a:t>
            </a:r>
            <a:r>
              <a:rPr lang="es-ES" dirty="0" err="1"/>
              <a:t>diam</a:t>
            </a:r>
            <a:r>
              <a:rPr lang="es-ES" dirty="0"/>
              <a:t> </a:t>
            </a:r>
            <a:r>
              <a:rPr lang="es-ES" dirty="0" err="1"/>
              <a:t>nonummy</a:t>
            </a:r>
            <a:r>
              <a:rPr lang="es-ES" dirty="0"/>
              <a:t> </a:t>
            </a:r>
            <a:r>
              <a:rPr lang="es-ES" dirty="0" err="1"/>
              <a:t>nibh</a:t>
            </a:r>
            <a:r>
              <a:rPr lang="es-ES" dirty="0"/>
              <a:t> </a:t>
            </a:r>
            <a:r>
              <a:rPr lang="es-ES" dirty="0" err="1"/>
              <a:t>euismod</a:t>
            </a:r>
            <a:r>
              <a:rPr lang="es-ES" dirty="0"/>
              <a:t> </a:t>
            </a:r>
            <a:r>
              <a:rPr lang="es-ES" dirty="0" err="1"/>
              <a:t>tincidunt</a:t>
            </a:r>
            <a:r>
              <a:rPr lang="es-ES" dirty="0"/>
              <a:t> ut </a:t>
            </a:r>
            <a:r>
              <a:rPr lang="es-ES" dirty="0" err="1"/>
              <a:t>laoreet</a:t>
            </a:r>
            <a:r>
              <a:rPr lang="es-ES" dirty="0"/>
              <a:t> </a:t>
            </a:r>
            <a:r>
              <a:rPr lang="es-ES" dirty="0" err="1"/>
              <a:t>dolore</a:t>
            </a:r>
            <a:r>
              <a:rPr lang="es-ES" dirty="0"/>
              <a:t> magna </a:t>
            </a:r>
            <a:r>
              <a:rPr lang="es-ES" dirty="0" err="1"/>
              <a:t>aliquam</a:t>
            </a:r>
            <a:r>
              <a:rPr lang="es-ES" dirty="0"/>
              <a:t> </a:t>
            </a:r>
            <a:r>
              <a:rPr lang="es-ES" dirty="0" err="1"/>
              <a:t>erat</a:t>
            </a:r>
            <a:r>
              <a:rPr lang="es-ES" dirty="0"/>
              <a:t> </a:t>
            </a:r>
            <a:r>
              <a:rPr lang="es-ES" dirty="0" err="1"/>
              <a:t>volutpat</a:t>
            </a:r>
            <a:r>
              <a:rPr lang="es-ES" dirty="0"/>
              <a:t>. Ut </a:t>
            </a:r>
            <a:r>
              <a:rPr lang="es-ES" dirty="0" err="1"/>
              <a:t>wisi</a:t>
            </a:r>
            <a:r>
              <a:rPr lang="es-ES" dirty="0"/>
              <a:t> </a:t>
            </a:r>
            <a:r>
              <a:rPr lang="es-ES" dirty="0" err="1"/>
              <a:t>enim</a:t>
            </a:r>
            <a:r>
              <a:rPr lang="es-ES" dirty="0"/>
              <a:t> ad </a:t>
            </a:r>
            <a:r>
              <a:rPr lang="es-ES" dirty="0" err="1"/>
              <a:t>minim</a:t>
            </a:r>
            <a:r>
              <a:rPr lang="es-ES" dirty="0"/>
              <a:t> </a:t>
            </a:r>
            <a:r>
              <a:rPr lang="es-ES" dirty="0" err="1"/>
              <a:t>veniam</a:t>
            </a:r>
            <a:r>
              <a:rPr lang="es-ES" dirty="0"/>
              <a:t>, </a:t>
            </a:r>
            <a:r>
              <a:rPr lang="es-ES" dirty="0" err="1"/>
              <a:t>quis</a:t>
            </a:r>
            <a:r>
              <a:rPr lang="es-ES" dirty="0"/>
              <a:t> </a:t>
            </a:r>
            <a:r>
              <a:rPr lang="es-ES" dirty="0" err="1"/>
              <a:t>nostrud</a:t>
            </a:r>
            <a:r>
              <a:rPr lang="es-ES" dirty="0"/>
              <a:t> </a:t>
            </a:r>
            <a:r>
              <a:rPr lang="es-ES" dirty="0" err="1"/>
              <a:t>exerci</a:t>
            </a:r>
            <a:r>
              <a:rPr lang="es-ES" dirty="0"/>
              <a:t> </a:t>
            </a:r>
            <a:r>
              <a:rPr lang="es-ES" dirty="0" err="1"/>
              <a:t>tation</a:t>
            </a:r>
            <a:r>
              <a:rPr lang="es-ES" dirty="0"/>
              <a:t> </a:t>
            </a:r>
            <a:r>
              <a:rPr lang="es-ES" dirty="0" err="1"/>
              <a:t>ullamcorper</a:t>
            </a:r>
            <a:r>
              <a:rPr lang="es-ES" dirty="0"/>
              <a:t> </a:t>
            </a:r>
            <a:r>
              <a:rPr lang="es-ES" dirty="0" err="1"/>
              <a:t>suscipit</a:t>
            </a:r>
            <a:r>
              <a:rPr lang="es-ES" dirty="0"/>
              <a:t> </a:t>
            </a:r>
            <a:r>
              <a:rPr lang="es-ES" dirty="0" err="1"/>
              <a:t>lobortis</a:t>
            </a:r>
            <a:r>
              <a:rPr lang="es-ES" dirty="0"/>
              <a:t> </a:t>
            </a:r>
            <a:r>
              <a:rPr lang="es-ES" dirty="0" err="1"/>
              <a:t>nisl</a:t>
            </a:r>
            <a:r>
              <a:rPr lang="es-ES" dirty="0"/>
              <a:t> ut </a:t>
            </a:r>
            <a:r>
              <a:rPr lang="es-ES" dirty="0" err="1"/>
              <a:t>aliquip</a:t>
            </a:r>
            <a:r>
              <a:rPr lang="es-ES" dirty="0"/>
              <a:t> ex </a:t>
            </a:r>
            <a:r>
              <a:rPr lang="es-ES" dirty="0" err="1"/>
              <a:t>ea</a:t>
            </a:r>
            <a:r>
              <a:rPr lang="es-ES" dirty="0"/>
              <a:t> commodo </a:t>
            </a:r>
            <a:r>
              <a:rPr lang="es-ES" dirty="0" err="1"/>
              <a:t>consequat</a:t>
            </a:r>
            <a:r>
              <a:rPr lang="es-ES" dirty="0"/>
              <a:t>. Destacado </a:t>
            </a:r>
            <a:r>
              <a:rPr lang="es-ES" dirty="0" err="1"/>
              <a:t>autem</a:t>
            </a:r>
            <a:r>
              <a:rPr lang="es-ES" dirty="0"/>
              <a:t> </a:t>
            </a:r>
            <a:r>
              <a:rPr lang="es-ES" dirty="0" err="1"/>
              <a:t>vel</a:t>
            </a:r>
            <a:r>
              <a:rPr lang="es-ES" dirty="0"/>
              <a:t> </a:t>
            </a:r>
            <a:r>
              <a:rPr lang="es-ES" dirty="0" err="1"/>
              <a:t>eum</a:t>
            </a:r>
            <a:r>
              <a:rPr lang="es-ES" dirty="0"/>
              <a:t> </a:t>
            </a:r>
            <a:r>
              <a:rPr lang="es-ES" dirty="0" err="1"/>
              <a:t>iriure</a:t>
            </a:r>
            <a:r>
              <a:rPr lang="es-ES" dirty="0"/>
              <a:t> dolor in </a:t>
            </a:r>
            <a:r>
              <a:rPr lang="es-ES" dirty="0" err="1"/>
              <a:t>hendrerit</a:t>
            </a:r>
            <a:r>
              <a:rPr lang="es-ES" dirty="0"/>
              <a:t> in </a:t>
            </a:r>
            <a:r>
              <a:rPr lang="es-ES" dirty="0" err="1"/>
              <a:t>vulputate</a:t>
            </a:r>
            <a:r>
              <a:rPr lang="es-ES" dirty="0"/>
              <a:t> </a:t>
            </a:r>
            <a:r>
              <a:rPr lang="es-ES" dirty="0" err="1"/>
              <a:t>velit</a:t>
            </a:r>
            <a:r>
              <a:rPr lang="es-ES" dirty="0"/>
              <a:t> </a:t>
            </a:r>
            <a:r>
              <a:rPr lang="es-ES" dirty="0" err="1"/>
              <a:t>esse</a:t>
            </a:r>
            <a:r>
              <a:rPr lang="es-ES" dirty="0"/>
              <a:t> </a:t>
            </a:r>
            <a:r>
              <a:rPr lang="es-ES" dirty="0" err="1"/>
              <a:t>molestie</a:t>
            </a:r>
            <a:r>
              <a:rPr lang="es-ES" dirty="0"/>
              <a:t> </a:t>
            </a:r>
            <a:r>
              <a:rPr lang="es-ES" dirty="0" err="1"/>
              <a:t>consequat</a:t>
            </a:r>
            <a:r>
              <a:rPr lang="es-ES" dirty="0"/>
              <a:t>, </a:t>
            </a:r>
            <a:r>
              <a:rPr lang="es-ES" dirty="0" err="1"/>
              <a:t>vel</a:t>
            </a:r>
            <a:r>
              <a:rPr lang="es-ES" dirty="0"/>
              <a:t> </a:t>
            </a:r>
            <a:r>
              <a:rPr lang="es-ES" dirty="0" err="1"/>
              <a:t>illum</a:t>
            </a:r>
            <a:r>
              <a:rPr lang="es-ES" dirty="0"/>
              <a:t> </a:t>
            </a:r>
            <a:r>
              <a:rPr lang="es-ES" dirty="0" err="1"/>
              <a:t>dolore</a:t>
            </a:r>
            <a:r>
              <a:rPr lang="es-ES" dirty="0"/>
              <a:t> </a:t>
            </a:r>
            <a:r>
              <a:rPr lang="es-ES" dirty="0" err="1"/>
              <a:t>eu</a:t>
            </a:r>
            <a:r>
              <a:rPr lang="es-ES" dirty="0"/>
              <a:t> </a:t>
            </a:r>
            <a:r>
              <a:rPr lang="es-ES" dirty="0" err="1"/>
              <a:t>feugiat</a:t>
            </a:r>
            <a:r>
              <a:rPr lang="es-ES" dirty="0"/>
              <a:t> </a:t>
            </a:r>
            <a:r>
              <a:rPr lang="es-ES" dirty="0" err="1"/>
              <a:t>nulla</a:t>
            </a:r>
            <a:r>
              <a:rPr lang="es-ES" dirty="0"/>
              <a:t> </a:t>
            </a:r>
            <a:r>
              <a:rPr lang="es-ES" dirty="0" err="1"/>
              <a:t>facilisis</a:t>
            </a:r>
            <a:r>
              <a:rPr lang="es-ES" dirty="0"/>
              <a:t> at vero eros et </a:t>
            </a:r>
            <a:r>
              <a:rPr lang="es-ES" dirty="0" err="1"/>
              <a:t>accumsan</a:t>
            </a:r>
            <a:r>
              <a:rPr lang="es-ES" dirty="0"/>
              <a:t> et </a:t>
            </a:r>
            <a:r>
              <a:rPr lang="es-ES" dirty="0" err="1"/>
              <a:t>iusto</a:t>
            </a:r>
            <a:r>
              <a:rPr lang="es-ES" dirty="0"/>
              <a:t> odio </a:t>
            </a:r>
            <a:r>
              <a:rPr lang="es-ES" dirty="0" err="1"/>
              <a:t>dignissim</a:t>
            </a:r>
            <a:r>
              <a:rPr lang="es-ES" dirty="0"/>
              <a:t> </a:t>
            </a:r>
            <a:r>
              <a:rPr lang="es-ES" dirty="0" err="1"/>
              <a:t>qui</a:t>
            </a:r>
            <a:r>
              <a:rPr lang="es-ES" dirty="0"/>
              <a:t> </a:t>
            </a:r>
            <a:r>
              <a:rPr lang="es-ES" dirty="0" err="1"/>
              <a:t>blandit</a:t>
            </a:r>
            <a:r>
              <a:rPr lang="es-ES" dirty="0"/>
              <a:t>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, </a:t>
            </a:r>
            <a:r>
              <a:rPr lang="es-ES" dirty="0" err="1"/>
              <a:t>consectetuer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 </a:t>
            </a:r>
            <a:r>
              <a:rPr lang="es-ES" dirty="0" err="1"/>
              <a:t>hendrerit</a:t>
            </a:r>
            <a:r>
              <a:rPr lang="es-ES" dirty="0"/>
              <a:t> in </a:t>
            </a:r>
            <a:r>
              <a:rPr lang="es-ES" dirty="0" err="1"/>
              <a:t>vulputate</a:t>
            </a:r>
            <a:r>
              <a:rPr lang="es-ES" dirty="0"/>
              <a:t> </a:t>
            </a:r>
            <a:r>
              <a:rPr lang="es-ES" dirty="0" err="1"/>
              <a:t>velit</a:t>
            </a:r>
            <a:r>
              <a:rPr lang="es-ES" dirty="0"/>
              <a:t> </a:t>
            </a:r>
            <a:r>
              <a:rPr lang="es-ES" dirty="0" err="1"/>
              <a:t>esse</a:t>
            </a:r>
            <a:r>
              <a:rPr lang="es-ES" dirty="0"/>
              <a:t> </a:t>
            </a:r>
            <a:r>
              <a:rPr lang="es-ES" dirty="0" err="1"/>
              <a:t>molestie</a:t>
            </a:r>
            <a:r>
              <a:rPr lang="es-ES" dirty="0"/>
              <a:t> </a:t>
            </a:r>
            <a:r>
              <a:rPr lang="es-ES" dirty="0" err="1"/>
              <a:t>consequat</a:t>
            </a:r>
            <a:r>
              <a:rPr lang="es-ES" dirty="0"/>
              <a:t>, </a:t>
            </a:r>
            <a:r>
              <a:rPr lang="es-ES" dirty="0" err="1"/>
              <a:t>vel</a:t>
            </a:r>
            <a:r>
              <a:rPr lang="es-ES" dirty="0"/>
              <a:t> </a:t>
            </a:r>
            <a:r>
              <a:rPr lang="es-ES" dirty="0" err="1"/>
              <a:t>illum</a:t>
            </a:r>
            <a:endParaRPr lang="es-ES" dirty="0"/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2DFCC509-E98E-C347-B5BB-5ECC13E5FBF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857743" y="126162"/>
            <a:ext cx="1205070" cy="6025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430061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eño 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Marcador de posición de imagen 5">
            <a:extLst>
              <a:ext uri="{FF2B5EF4-FFF2-40B4-BE49-F238E27FC236}">
                <a16:creationId xmlns:a16="http://schemas.microsoft.com/office/drawing/2014/main" id="{4600176F-A67F-1C4F-9B01-19EF39884E34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6602413" y="-1"/>
            <a:ext cx="5589587" cy="6866467"/>
          </a:xfrm>
          <a:prstGeom prst="rect">
            <a:avLst/>
          </a:prstGeom>
        </p:spPr>
        <p:txBody>
          <a:bodyPr/>
          <a:lstStyle>
            <a:lvl1pPr>
              <a:defRPr>
                <a:latin typeface="Visuelt Pro" panose="020B0503040202040104" pitchFamily="34" charset="0"/>
              </a:defRPr>
            </a:lvl1pPr>
          </a:lstStyle>
          <a:p>
            <a:endParaRPr lang="es-ES"/>
          </a:p>
        </p:txBody>
      </p:sp>
      <p:sp>
        <p:nvSpPr>
          <p:cNvPr id="38" name="CuadroTexto 37">
            <a:extLst>
              <a:ext uri="{FF2B5EF4-FFF2-40B4-BE49-F238E27FC236}">
                <a16:creationId xmlns:a16="http://schemas.microsoft.com/office/drawing/2014/main" id="{EA7C54CE-AA5B-6648-AE4E-9DA0E5BA6F20}"/>
              </a:ext>
            </a:extLst>
          </p:cNvPr>
          <p:cNvSpPr txBox="1"/>
          <p:nvPr userDrawn="1"/>
        </p:nvSpPr>
        <p:spPr>
          <a:xfrm>
            <a:off x="10915587" y="6399354"/>
            <a:ext cx="1056278" cy="276999"/>
          </a:xfrm>
          <a:prstGeom prst="rect">
            <a:avLst/>
          </a:prstGeom>
          <a:noFill/>
        </p:spPr>
        <p:txBody>
          <a:bodyPr wrap="square" rtlCol="0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6171A"/>
                </a:solidFill>
                <a:latin typeface="Arial"/>
              </a:rPr>
              <a:t>2026</a:t>
            </a:r>
            <a:endParaRPr lang="es-ES" sz="1200" b="0" i="0" dirty="0">
              <a:solidFill>
                <a:schemeClr val="tx1"/>
              </a:solidFill>
              <a:latin typeface="Visuelt Pro" panose="020B0503040202040104" pitchFamily="34" charset="0"/>
              <a:cs typeface="Arial" panose="020B0604020202020204" pitchFamily="34" charset="0"/>
            </a:endParaRPr>
          </a:p>
        </p:txBody>
      </p:sp>
      <p:sp>
        <p:nvSpPr>
          <p:cNvPr id="17" name="Marcador de texto 25">
            <a:extLst>
              <a:ext uri="{FF2B5EF4-FFF2-40B4-BE49-F238E27FC236}">
                <a16:creationId xmlns:a16="http://schemas.microsoft.com/office/drawing/2014/main" id="{0428A29B-8E68-B94F-B556-33F4E0C7694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7465" y="884512"/>
            <a:ext cx="4749795" cy="52364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100" b="0" i="0">
                <a:solidFill>
                  <a:schemeClr val="accent6"/>
                </a:solidFill>
                <a:latin typeface="Periodico Display" panose="02000504080000020004" pitchFamily="2" charset="77"/>
                <a:cs typeface="Times New Roman" panose="02020603050405020304" pitchFamily="18" charset="0"/>
              </a:defRPr>
            </a:lvl1pPr>
          </a:lstStyle>
          <a:p>
            <a:r>
              <a:rPr lang="es-ES" dirty="0"/>
              <a:t>Título </a:t>
            </a:r>
            <a:r>
              <a:rPr lang="es-ES" dirty="0" err="1"/>
              <a:t>slide</a:t>
            </a:r>
            <a:endParaRPr lang="es-ES" dirty="0"/>
          </a:p>
        </p:txBody>
      </p:sp>
      <p:sp>
        <p:nvSpPr>
          <p:cNvPr id="19" name="Marcador de texto 25">
            <a:extLst>
              <a:ext uri="{FF2B5EF4-FFF2-40B4-BE49-F238E27FC236}">
                <a16:creationId xmlns:a16="http://schemas.microsoft.com/office/drawing/2014/main" id="{FB5CB3A2-882C-F642-917B-B21D108C05F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57465" y="306003"/>
            <a:ext cx="4794904" cy="282083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200" b="0">
                <a:solidFill>
                  <a:schemeClr val="accent6"/>
                </a:solidFill>
                <a:latin typeface="Visuelt Pro" panose="020B0503040202040104" pitchFamily="34" charset="0"/>
              </a:defRPr>
            </a:lvl1pPr>
          </a:lstStyle>
          <a:p>
            <a:r>
              <a:rPr lang="es-ES" dirty="0"/>
              <a:t>00. Título capítulo</a:t>
            </a:r>
          </a:p>
        </p:txBody>
      </p:sp>
      <p:sp>
        <p:nvSpPr>
          <p:cNvPr id="20" name="Marcador de texto 25">
            <a:extLst>
              <a:ext uri="{FF2B5EF4-FFF2-40B4-BE49-F238E27FC236}">
                <a16:creationId xmlns:a16="http://schemas.microsoft.com/office/drawing/2014/main" id="{52B5DD65-30D1-4D42-9B0C-AD0B23430BA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57465" y="6399353"/>
            <a:ext cx="4721161" cy="276999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200" b="0">
                <a:solidFill>
                  <a:schemeClr val="tx1"/>
                </a:solidFill>
                <a:latin typeface="Visuelt Pro" panose="020B0503040202040104" pitchFamily="34" charset="0"/>
              </a:defRPr>
            </a:lvl1pPr>
          </a:lstStyle>
          <a:p>
            <a:r>
              <a:rPr lang="es-ES" dirty="0"/>
              <a:t>Título presentación</a:t>
            </a:r>
          </a:p>
        </p:txBody>
      </p:sp>
      <p:sp>
        <p:nvSpPr>
          <p:cNvPr id="21" name="Marcador de texto 25">
            <a:extLst>
              <a:ext uri="{FF2B5EF4-FFF2-40B4-BE49-F238E27FC236}">
                <a16:creationId xmlns:a16="http://schemas.microsoft.com/office/drawing/2014/main" id="{70C6720C-1511-414A-BF90-FDBD2BE05AB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57465" y="1903855"/>
            <a:ext cx="5520002" cy="10477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6500" b="1">
                <a:solidFill>
                  <a:schemeClr val="tx1"/>
                </a:solidFill>
                <a:latin typeface="Visuelt Pro" panose="020B0503040202040104" pitchFamily="34" charset="0"/>
              </a:defRPr>
            </a:lvl1pPr>
          </a:lstStyle>
          <a:p>
            <a:r>
              <a:rPr lang="es-ES" dirty="0"/>
              <a:t>DESTACADO</a:t>
            </a:r>
          </a:p>
        </p:txBody>
      </p:sp>
      <p:sp>
        <p:nvSpPr>
          <p:cNvPr id="22" name="Marcador de texto 72">
            <a:extLst>
              <a:ext uri="{FF2B5EF4-FFF2-40B4-BE49-F238E27FC236}">
                <a16:creationId xmlns:a16="http://schemas.microsoft.com/office/drawing/2014/main" id="{2AE5EEC3-1C8B-8F4C-B9D9-E28B6D88EA3F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59176" y="3346065"/>
            <a:ext cx="5543328" cy="1950242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100"/>
              </a:spcBef>
              <a:buNone/>
              <a:defRPr sz="1300" b="0">
                <a:latin typeface="Visuelt Pro" panose="020B0503040202040104" pitchFamily="34" charset="0"/>
              </a:defRPr>
            </a:lvl1pPr>
          </a:lstStyle>
          <a:p>
            <a:r>
              <a:rPr lang="es-ES" dirty="0"/>
              <a:t>Texto pequeño </a:t>
            </a:r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r>
              <a:rPr lang="es-ES" dirty="0"/>
              <a:t>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, </a:t>
            </a:r>
            <a:r>
              <a:rPr lang="es-ES" dirty="0" err="1"/>
              <a:t>consectetuer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, sed </a:t>
            </a:r>
            <a:r>
              <a:rPr lang="es-ES" dirty="0" err="1"/>
              <a:t>diam</a:t>
            </a:r>
            <a:r>
              <a:rPr lang="es-ES" dirty="0"/>
              <a:t> </a:t>
            </a:r>
            <a:r>
              <a:rPr lang="es-ES" dirty="0" err="1"/>
              <a:t>nonummy</a:t>
            </a:r>
            <a:r>
              <a:rPr lang="es-ES" dirty="0"/>
              <a:t> </a:t>
            </a:r>
            <a:r>
              <a:rPr lang="es-ES" dirty="0" err="1"/>
              <a:t>nibh</a:t>
            </a:r>
            <a:r>
              <a:rPr lang="es-ES" dirty="0"/>
              <a:t> </a:t>
            </a:r>
            <a:r>
              <a:rPr lang="es-ES" dirty="0" err="1"/>
              <a:t>euismod</a:t>
            </a:r>
            <a:r>
              <a:rPr lang="es-ES" dirty="0"/>
              <a:t> </a:t>
            </a:r>
            <a:r>
              <a:rPr lang="es-ES" dirty="0" err="1"/>
              <a:t>tincidunt</a:t>
            </a:r>
            <a:r>
              <a:rPr lang="es-ES" dirty="0"/>
              <a:t> ut </a:t>
            </a:r>
            <a:r>
              <a:rPr lang="es-ES" dirty="0" err="1"/>
              <a:t>laoreet</a:t>
            </a:r>
            <a:r>
              <a:rPr lang="es-ES" dirty="0"/>
              <a:t> </a:t>
            </a:r>
            <a:r>
              <a:rPr lang="es-ES" dirty="0" err="1"/>
              <a:t>dolore</a:t>
            </a:r>
            <a:r>
              <a:rPr lang="es-ES" dirty="0"/>
              <a:t> magna </a:t>
            </a:r>
            <a:r>
              <a:rPr lang="es-ES" dirty="0" err="1"/>
              <a:t>aliquam</a:t>
            </a:r>
            <a:r>
              <a:rPr lang="es-ES" dirty="0"/>
              <a:t> </a:t>
            </a:r>
            <a:r>
              <a:rPr lang="es-ES" dirty="0" err="1"/>
              <a:t>erat</a:t>
            </a:r>
            <a:r>
              <a:rPr lang="es-ES" dirty="0"/>
              <a:t> </a:t>
            </a:r>
            <a:r>
              <a:rPr lang="es-ES" dirty="0" err="1"/>
              <a:t>volutpat</a:t>
            </a:r>
            <a:r>
              <a:rPr lang="es-ES" dirty="0"/>
              <a:t>. Ut </a:t>
            </a:r>
            <a:r>
              <a:rPr lang="es-ES" dirty="0" err="1"/>
              <a:t>wisi</a:t>
            </a:r>
            <a:r>
              <a:rPr lang="es-ES" dirty="0"/>
              <a:t> </a:t>
            </a:r>
            <a:r>
              <a:rPr lang="es-ES" dirty="0" err="1"/>
              <a:t>enim</a:t>
            </a:r>
            <a:r>
              <a:rPr lang="es-ES" dirty="0"/>
              <a:t> ad </a:t>
            </a:r>
            <a:r>
              <a:rPr lang="es-ES" dirty="0" err="1"/>
              <a:t>minim</a:t>
            </a:r>
            <a:r>
              <a:rPr lang="es-ES" dirty="0"/>
              <a:t> </a:t>
            </a:r>
            <a:r>
              <a:rPr lang="es-ES" dirty="0" err="1"/>
              <a:t>veniam</a:t>
            </a:r>
            <a:r>
              <a:rPr lang="es-ES" dirty="0"/>
              <a:t>, </a:t>
            </a:r>
            <a:r>
              <a:rPr lang="es-ES" dirty="0" err="1"/>
              <a:t>quis</a:t>
            </a:r>
            <a:r>
              <a:rPr lang="es-ES" dirty="0"/>
              <a:t> </a:t>
            </a:r>
            <a:r>
              <a:rPr lang="es-ES" dirty="0" err="1"/>
              <a:t>nostrud</a:t>
            </a:r>
            <a:r>
              <a:rPr lang="es-ES" dirty="0"/>
              <a:t> </a:t>
            </a:r>
            <a:r>
              <a:rPr lang="es-ES" dirty="0" err="1"/>
              <a:t>exerci</a:t>
            </a:r>
            <a:r>
              <a:rPr lang="es-ES" dirty="0"/>
              <a:t> </a:t>
            </a:r>
            <a:r>
              <a:rPr lang="es-ES" dirty="0" err="1"/>
              <a:t>tation</a:t>
            </a:r>
            <a:r>
              <a:rPr lang="es-ES" dirty="0"/>
              <a:t> </a:t>
            </a:r>
            <a:r>
              <a:rPr lang="es-ES" dirty="0" err="1"/>
              <a:t>ullamcorper</a:t>
            </a:r>
            <a:r>
              <a:rPr lang="es-ES" dirty="0"/>
              <a:t> </a:t>
            </a:r>
            <a:r>
              <a:rPr lang="es-ES" dirty="0" err="1"/>
              <a:t>suscipit</a:t>
            </a:r>
            <a:r>
              <a:rPr lang="es-ES" dirty="0"/>
              <a:t> </a:t>
            </a:r>
            <a:r>
              <a:rPr lang="es-ES" dirty="0" err="1"/>
              <a:t>lobortis</a:t>
            </a:r>
            <a:r>
              <a:rPr lang="es-ES" dirty="0"/>
              <a:t> </a:t>
            </a:r>
            <a:r>
              <a:rPr lang="es-ES" dirty="0" err="1"/>
              <a:t>nisl</a:t>
            </a:r>
            <a:r>
              <a:rPr lang="es-ES" dirty="0"/>
              <a:t> ut </a:t>
            </a:r>
            <a:r>
              <a:rPr lang="es-ES" dirty="0" err="1"/>
              <a:t>aliquip</a:t>
            </a:r>
            <a:r>
              <a:rPr lang="es-ES" dirty="0"/>
              <a:t> ex </a:t>
            </a:r>
            <a:r>
              <a:rPr lang="es-ES" dirty="0" err="1"/>
              <a:t>ea</a:t>
            </a:r>
            <a:r>
              <a:rPr lang="es-ES" dirty="0"/>
              <a:t> commodo </a:t>
            </a:r>
            <a:r>
              <a:rPr lang="es-ES" dirty="0" err="1"/>
              <a:t>consequat</a:t>
            </a:r>
            <a:r>
              <a:rPr lang="es-ES" dirty="0"/>
              <a:t>. Destacado </a:t>
            </a:r>
            <a:r>
              <a:rPr lang="es-ES" dirty="0" err="1"/>
              <a:t>autem</a:t>
            </a:r>
            <a:r>
              <a:rPr lang="es-ES" dirty="0"/>
              <a:t> </a:t>
            </a:r>
            <a:r>
              <a:rPr lang="es-ES" dirty="0" err="1"/>
              <a:t>vel</a:t>
            </a:r>
            <a:r>
              <a:rPr lang="es-ES" dirty="0"/>
              <a:t> </a:t>
            </a:r>
            <a:r>
              <a:rPr lang="es-ES" dirty="0" err="1"/>
              <a:t>eum</a:t>
            </a:r>
            <a:r>
              <a:rPr lang="es-ES" dirty="0"/>
              <a:t> </a:t>
            </a:r>
            <a:r>
              <a:rPr lang="es-ES" dirty="0" err="1"/>
              <a:t>iriure</a:t>
            </a:r>
            <a:r>
              <a:rPr lang="es-ES" dirty="0"/>
              <a:t> dolor in </a:t>
            </a:r>
            <a:r>
              <a:rPr lang="es-ES" dirty="0" err="1"/>
              <a:t>hendrerit</a:t>
            </a:r>
            <a:r>
              <a:rPr lang="es-ES" dirty="0"/>
              <a:t> in </a:t>
            </a:r>
            <a:r>
              <a:rPr lang="es-ES" dirty="0" err="1"/>
              <a:t>vulputate</a:t>
            </a:r>
            <a:r>
              <a:rPr lang="es-ES" dirty="0"/>
              <a:t> </a:t>
            </a:r>
            <a:r>
              <a:rPr lang="es-ES" dirty="0" err="1"/>
              <a:t>velit</a:t>
            </a:r>
            <a:r>
              <a:rPr lang="es-ES" dirty="0"/>
              <a:t> </a:t>
            </a:r>
            <a:r>
              <a:rPr lang="es-ES" dirty="0" err="1"/>
              <a:t>esse</a:t>
            </a:r>
            <a:r>
              <a:rPr lang="es-ES" dirty="0"/>
              <a:t> </a:t>
            </a:r>
            <a:r>
              <a:rPr lang="es-ES" dirty="0" err="1"/>
              <a:t>molestie</a:t>
            </a:r>
            <a:r>
              <a:rPr lang="es-ES" dirty="0"/>
              <a:t> </a:t>
            </a:r>
            <a:r>
              <a:rPr lang="es-ES" dirty="0" err="1"/>
              <a:t>consequat</a:t>
            </a:r>
            <a:r>
              <a:rPr lang="es-ES" dirty="0"/>
              <a:t>, </a:t>
            </a:r>
            <a:r>
              <a:rPr lang="es-ES" dirty="0" err="1"/>
              <a:t>vel</a:t>
            </a:r>
            <a:r>
              <a:rPr lang="es-ES" dirty="0"/>
              <a:t> </a:t>
            </a:r>
            <a:r>
              <a:rPr lang="es-ES" dirty="0" err="1"/>
              <a:t>illum</a:t>
            </a:r>
            <a:r>
              <a:rPr lang="es-ES" dirty="0"/>
              <a:t> </a:t>
            </a:r>
            <a:r>
              <a:rPr lang="es-ES" dirty="0" err="1"/>
              <a:t>dolore</a:t>
            </a:r>
            <a:r>
              <a:rPr lang="es-ES" dirty="0"/>
              <a:t> </a:t>
            </a:r>
            <a:r>
              <a:rPr lang="es-ES" dirty="0" err="1"/>
              <a:t>eu</a:t>
            </a:r>
            <a:r>
              <a:rPr lang="es-ES" dirty="0"/>
              <a:t> </a:t>
            </a:r>
            <a:r>
              <a:rPr lang="es-ES" dirty="0" err="1"/>
              <a:t>feugiat</a:t>
            </a:r>
            <a:r>
              <a:rPr lang="es-ES" dirty="0"/>
              <a:t> </a:t>
            </a:r>
            <a:r>
              <a:rPr lang="es-ES" dirty="0" err="1"/>
              <a:t>nulla</a:t>
            </a:r>
            <a:r>
              <a:rPr lang="es-ES" dirty="0"/>
              <a:t> </a:t>
            </a:r>
            <a:r>
              <a:rPr lang="es-ES" dirty="0" err="1"/>
              <a:t>facilisis</a:t>
            </a:r>
            <a:r>
              <a:rPr lang="es-ES" dirty="0"/>
              <a:t> at vero eros et </a:t>
            </a:r>
            <a:r>
              <a:rPr lang="es-ES" dirty="0" err="1"/>
              <a:t>accumsan</a:t>
            </a:r>
            <a:r>
              <a:rPr lang="es-ES" dirty="0"/>
              <a:t> et </a:t>
            </a:r>
            <a:r>
              <a:rPr lang="es-ES" dirty="0" err="1"/>
              <a:t>iusto</a:t>
            </a:r>
            <a:r>
              <a:rPr lang="es-ES" dirty="0"/>
              <a:t> odio </a:t>
            </a:r>
            <a:r>
              <a:rPr lang="es-ES" dirty="0" err="1"/>
              <a:t>dignissim</a:t>
            </a:r>
            <a:r>
              <a:rPr lang="es-ES" dirty="0"/>
              <a:t> </a:t>
            </a:r>
            <a:r>
              <a:rPr lang="es-ES" dirty="0" err="1"/>
              <a:t>qui</a:t>
            </a:r>
            <a:r>
              <a:rPr lang="es-ES" dirty="0"/>
              <a:t> </a:t>
            </a:r>
            <a:r>
              <a:rPr lang="es-ES" dirty="0" err="1"/>
              <a:t>blandit</a:t>
            </a:r>
            <a:r>
              <a:rPr lang="es-ES" dirty="0"/>
              <a:t>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, </a:t>
            </a:r>
            <a:r>
              <a:rPr lang="es-ES" dirty="0" err="1"/>
              <a:t>consectetuer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 </a:t>
            </a:r>
            <a:r>
              <a:rPr lang="es-ES" dirty="0" err="1"/>
              <a:t>hendrerit</a:t>
            </a:r>
            <a:r>
              <a:rPr lang="es-ES" dirty="0"/>
              <a:t> in </a:t>
            </a:r>
            <a:r>
              <a:rPr lang="es-ES" dirty="0" err="1"/>
              <a:t>vulputate</a:t>
            </a:r>
            <a:r>
              <a:rPr lang="es-ES" dirty="0"/>
              <a:t> </a:t>
            </a:r>
            <a:r>
              <a:rPr lang="es-ES" dirty="0" err="1"/>
              <a:t>velit</a:t>
            </a:r>
            <a:r>
              <a:rPr lang="es-ES" dirty="0"/>
              <a:t> </a:t>
            </a:r>
            <a:r>
              <a:rPr lang="es-ES" dirty="0" err="1"/>
              <a:t>esse</a:t>
            </a:r>
            <a:r>
              <a:rPr lang="es-ES" dirty="0"/>
              <a:t> </a:t>
            </a:r>
            <a:r>
              <a:rPr lang="es-ES" dirty="0" err="1"/>
              <a:t>molestie</a:t>
            </a:r>
            <a:r>
              <a:rPr lang="es-ES" dirty="0"/>
              <a:t> </a:t>
            </a:r>
            <a:r>
              <a:rPr lang="es-ES" dirty="0" err="1"/>
              <a:t>consequat</a:t>
            </a:r>
            <a:r>
              <a:rPr lang="es-ES" dirty="0"/>
              <a:t>, </a:t>
            </a:r>
            <a:r>
              <a:rPr lang="es-ES" dirty="0" err="1"/>
              <a:t>vel</a:t>
            </a:r>
            <a:r>
              <a:rPr lang="es-ES" dirty="0"/>
              <a:t> </a:t>
            </a:r>
            <a:r>
              <a:rPr lang="es-ES" dirty="0" err="1"/>
              <a:t>illum</a:t>
            </a:r>
            <a:endParaRPr lang="es-ES" dirty="0"/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B6D35D45-7030-2D4B-84F8-52D62A9B508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857743" y="126162"/>
            <a:ext cx="1205070" cy="6025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816358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eño F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Marcador de texto 25">
            <a:extLst>
              <a:ext uri="{FF2B5EF4-FFF2-40B4-BE49-F238E27FC236}">
                <a16:creationId xmlns:a16="http://schemas.microsoft.com/office/drawing/2014/main" id="{0D7C52A1-C3B8-BF40-A9A8-BC187650CF5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7464" y="889157"/>
            <a:ext cx="4743460" cy="52364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100" b="0" i="0">
                <a:solidFill>
                  <a:schemeClr val="accent6"/>
                </a:solidFill>
                <a:latin typeface="Periodico Display" panose="02000504080000020004" pitchFamily="2" charset="77"/>
                <a:cs typeface="Times New Roman" panose="02020603050405020304" pitchFamily="18" charset="0"/>
              </a:defRPr>
            </a:lvl1pPr>
          </a:lstStyle>
          <a:p>
            <a:r>
              <a:rPr lang="es-ES" dirty="0"/>
              <a:t>Título </a:t>
            </a:r>
            <a:r>
              <a:rPr lang="es-ES" dirty="0" err="1"/>
              <a:t>slide</a:t>
            </a:r>
            <a:endParaRPr lang="es-ES" dirty="0"/>
          </a:p>
        </p:txBody>
      </p:sp>
      <p:sp>
        <p:nvSpPr>
          <p:cNvPr id="12" name="Marcador de texto 25">
            <a:extLst>
              <a:ext uri="{FF2B5EF4-FFF2-40B4-BE49-F238E27FC236}">
                <a16:creationId xmlns:a16="http://schemas.microsoft.com/office/drawing/2014/main" id="{C76B19EF-F42C-E749-965B-80312A64DBD8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57464" y="306003"/>
            <a:ext cx="4794905" cy="282083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200" b="0">
                <a:solidFill>
                  <a:schemeClr val="accent6"/>
                </a:solidFill>
                <a:latin typeface="Visuelt Pro" panose="020B0503040202040104" pitchFamily="34" charset="0"/>
              </a:defRPr>
            </a:lvl1pPr>
          </a:lstStyle>
          <a:p>
            <a:r>
              <a:rPr lang="es-ES" dirty="0"/>
              <a:t>00. Título capítulo</a:t>
            </a:r>
          </a:p>
        </p:txBody>
      </p:sp>
      <p:sp>
        <p:nvSpPr>
          <p:cNvPr id="13" name="Marcador de texto 72">
            <a:extLst>
              <a:ext uri="{FF2B5EF4-FFF2-40B4-BE49-F238E27FC236}">
                <a16:creationId xmlns:a16="http://schemas.microsoft.com/office/drawing/2014/main" id="{A7F09EDC-261E-E044-9605-5F48004AA2C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85089" y="1885739"/>
            <a:ext cx="4721161" cy="34290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100"/>
              </a:spcBef>
              <a:buNone/>
              <a:defRPr sz="1300" b="1">
                <a:solidFill>
                  <a:schemeClr val="tx1"/>
                </a:solidFill>
                <a:latin typeface="Visuelt Pro" panose="020B0503040202040104" pitchFamily="34" charset="0"/>
              </a:defRPr>
            </a:lvl1pPr>
          </a:lstStyle>
          <a:p>
            <a:r>
              <a:rPr lang="es-ES" dirty="0"/>
              <a:t>Título párrafo</a:t>
            </a:r>
          </a:p>
        </p:txBody>
      </p:sp>
      <p:sp>
        <p:nvSpPr>
          <p:cNvPr id="14" name="Marcador de texto 72">
            <a:extLst>
              <a:ext uri="{FF2B5EF4-FFF2-40B4-BE49-F238E27FC236}">
                <a16:creationId xmlns:a16="http://schemas.microsoft.com/office/drawing/2014/main" id="{E018DC42-B9C2-B340-BB46-3221EDF8690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85090" y="2424902"/>
            <a:ext cx="4693536" cy="3747297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100"/>
              </a:spcBef>
              <a:buNone/>
              <a:defRPr sz="1300" b="0">
                <a:solidFill>
                  <a:schemeClr val="tx1"/>
                </a:solidFill>
                <a:latin typeface="Visuelt Pro" panose="020B0503040202040104" pitchFamily="34" charset="0"/>
              </a:defRPr>
            </a:lvl1pPr>
          </a:lstStyle>
          <a:p>
            <a:r>
              <a:rPr lang="es-ES" dirty="0"/>
              <a:t>Texto pequeño </a:t>
            </a:r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r>
              <a:rPr lang="es-ES" dirty="0"/>
              <a:t>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, </a:t>
            </a:r>
            <a:r>
              <a:rPr lang="es-ES" dirty="0" err="1"/>
              <a:t>consectetuer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, sed </a:t>
            </a:r>
            <a:r>
              <a:rPr lang="es-ES" dirty="0" err="1"/>
              <a:t>diam</a:t>
            </a:r>
            <a:r>
              <a:rPr lang="es-ES" dirty="0"/>
              <a:t> </a:t>
            </a:r>
            <a:r>
              <a:rPr lang="es-ES" dirty="0" err="1"/>
              <a:t>nonummy</a:t>
            </a:r>
            <a:r>
              <a:rPr lang="es-ES" dirty="0"/>
              <a:t> </a:t>
            </a:r>
            <a:r>
              <a:rPr lang="es-ES" dirty="0" err="1"/>
              <a:t>nibh</a:t>
            </a:r>
            <a:r>
              <a:rPr lang="es-ES" dirty="0"/>
              <a:t> </a:t>
            </a:r>
            <a:r>
              <a:rPr lang="es-ES" dirty="0" err="1"/>
              <a:t>euismod</a:t>
            </a:r>
            <a:r>
              <a:rPr lang="es-ES" dirty="0"/>
              <a:t> </a:t>
            </a:r>
            <a:r>
              <a:rPr lang="es-ES" dirty="0" err="1"/>
              <a:t>tincidunt</a:t>
            </a:r>
            <a:r>
              <a:rPr lang="es-ES" dirty="0"/>
              <a:t> ut </a:t>
            </a:r>
            <a:r>
              <a:rPr lang="es-ES" dirty="0" err="1"/>
              <a:t>laoreet</a:t>
            </a:r>
            <a:r>
              <a:rPr lang="es-ES" dirty="0"/>
              <a:t> </a:t>
            </a:r>
            <a:r>
              <a:rPr lang="es-ES" dirty="0" err="1"/>
              <a:t>dolore</a:t>
            </a:r>
            <a:r>
              <a:rPr lang="es-ES" dirty="0"/>
              <a:t> magna </a:t>
            </a:r>
            <a:r>
              <a:rPr lang="es-ES" dirty="0" err="1"/>
              <a:t>aliquam</a:t>
            </a:r>
            <a:r>
              <a:rPr lang="es-ES" dirty="0"/>
              <a:t> </a:t>
            </a:r>
            <a:r>
              <a:rPr lang="es-ES" dirty="0" err="1"/>
              <a:t>erat</a:t>
            </a:r>
            <a:r>
              <a:rPr lang="es-ES" dirty="0"/>
              <a:t> </a:t>
            </a:r>
            <a:r>
              <a:rPr lang="es-ES" dirty="0" err="1"/>
              <a:t>volutpat</a:t>
            </a:r>
            <a:r>
              <a:rPr lang="es-ES" dirty="0"/>
              <a:t>. Ut </a:t>
            </a:r>
            <a:r>
              <a:rPr lang="es-ES" dirty="0" err="1"/>
              <a:t>wisi</a:t>
            </a:r>
            <a:r>
              <a:rPr lang="es-ES" dirty="0"/>
              <a:t> </a:t>
            </a:r>
            <a:r>
              <a:rPr lang="es-ES" dirty="0" err="1"/>
              <a:t>enim</a:t>
            </a:r>
            <a:r>
              <a:rPr lang="es-ES" dirty="0"/>
              <a:t> ad </a:t>
            </a:r>
            <a:r>
              <a:rPr lang="es-ES" dirty="0" err="1"/>
              <a:t>minim</a:t>
            </a:r>
            <a:r>
              <a:rPr lang="es-ES" dirty="0"/>
              <a:t> </a:t>
            </a:r>
            <a:r>
              <a:rPr lang="es-ES" dirty="0" err="1"/>
              <a:t>veniam</a:t>
            </a:r>
            <a:r>
              <a:rPr lang="es-ES" dirty="0"/>
              <a:t>, </a:t>
            </a:r>
            <a:r>
              <a:rPr lang="es-ES" dirty="0" err="1"/>
              <a:t>quis</a:t>
            </a:r>
            <a:r>
              <a:rPr lang="es-ES" dirty="0"/>
              <a:t> </a:t>
            </a:r>
            <a:r>
              <a:rPr lang="es-ES" dirty="0" err="1"/>
              <a:t>nostrud</a:t>
            </a:r>
            <a:r>
              <a:rPr lang="es-ES" dirty="0"/>
              <a:t> </a:t>
            </a:r>
            <a:r>
              <a:rPr lang="es-ES" dirty="0" err="1"/>
              <a:t>exerci</a:t>
            </a:r>
            <a:r>
              <a:rPr lang="es-ES" dirty="0"/>
              <a:t> </a:t>
            </a:r>
            <a:r>
              <a:rPr lang="es-ES" dirty="0" err="1"/>
              <a:t>tation</a:t>
            </a:r>
            <a:r>
              <a:rPr lang="es-ES" dirty="0"/>
              <a:t> </a:t>
            </a:r>
            <a:r>
              <a:rPr lang="es-ES" dirty="0" err="1"/>
              <a:t>ullamcorper</a:t>
            </a:r>
            <a:r>
              <a:rPr lang="es-ES" dirty="0"/>
              <a:t> </a:t>
            </a:r>
            <a:r>
              <a:rPr lang="es-ES" dirty="0" err="1"/>
              <a:t>suscipit</a:t>
            </a:r>
            <a:r>
              <a:rPr lang="es-ES" dirty="0"/>
              <a:t> </a:t>
            </a:r>
            <a:r>
              <a:rPr lang="es-ES" dirty="0" err="1"/>
              <a:t>lobortis</a:t>
            </a:r>
            <a:r>
              <a:rPr lang="es-ES" dirty="0"/>
              <a:t> </a:t>
            </a:r>
            <a:r>
              <a:rPr lang="es-ES" dirty="0" err="1"/>
              <a:t>nisl</a:t>
            </a:r>
            <a:r>
              <a:rPr lang="es-ES" dirty="0"/>
              <a:t> ut </a:t>
            </a:r>
            <a:r>
              <a:rPr lang="es-ES" dirty="0" err="1"/>
              <a:t>aliquip</a:t>
            </a:r>
            <a:r>
              <a:rPr lang="es-ES" dirty="0"/>
              <a:t> ex </a:t>
            </a:r>
            <a:r>
              <a:rPr lang="es-ES" dirty="0" err="1"/>
              <a:t>ea</a:t>
            </a:r>
            <a:r>
              <a:rPr lang="es-ES" dirty="0"/>
              <a:t> commodo </a:t>
            </a:r>
            <a:r>
              <a:rPr lang="es-ES" dirty="0" err="1"/>
              <a:t>consequat</a:t>
            </a:r>
            <a:r>
              <a:rPr lang="es-ES" dirty="0"/>
              <a:t>. Destacado </a:t>
            </a:r>
            <a:r>
              <a:rPr lang="es-ES" dirty="0" err="1"/>
              <a:t>autem</a:t>
            </a:r>
            <a:r>
              <a:rPr lang="es-ES" dirty="0"/>
              <a:t> </a:t>
            </a:r>
            <a:r>
              <a:rPr lang="es-ES" dirty="0" err="1"/>
              <a:t>vel</a:t>
            </a:r>
            <a:r>
              <a:rPr lang="es-ES" dirty="0"/>
              <a:t> </a:t>
            </a:r>
            <a:r>
              <a:rPr lang="es-ES" dirty="0" err="1"/>
              <a:t>eum</a:t>
            </a:r>
            <a:r>
              <a:rPr lang="es-ES" dirty="0"/>
              <a:t> </a:t>
            </a:r>
            <a:r>
              <a:rPr lang="es-ES" dirty="0" err="1"/>
              <a:t>iriure</a:t>
            </a:r>
            <a:r>
              <a:rPr lang="es-ES" dirty="0"/>
              <a:t> dolor in </a:t>
            </a:r>
            <a:r>
              <a:rPr lang="es-ES" dirty="0" err="1"/>
              <a:t>hendrerit</a:t>
            </a:r>
            <a:r>
              <a:rPr lang="es-ES" dirty="0"/>
              <a:t> in </a:t>
            </a:r>
            <a:r>
              <a:rPr lang="es-ES" dirty="0" err="1"/>
              <a:t>vulputate</a:t>
            </a:r>
            <a:r>
              <a:rPr lang="es-ES" dirty="0"/>
              <a:t> </a:t>
            </a:r>
            <a:r>
              <a:rPr lang="es-ES" dirty="0" err="1"/>
              <a:t>velit</a:t>
            </a:r>
            <a:r>
              <a:rPr lang="es-ES" dirty="0"/>
              <a:t> </a:t>
            </a:r>
            <a:r>
              <a:rPr lang="es-ES" dirty="0" err="1"/>
              <a:t>esse</a:t>
            </a:r>
            <a:r>
              <a:rPr lang="es-ES" dirty="0"/>
              <a:t> </a:t>
            </a:r>
            <a:r>
              <a:rPr lang="es-ES" dirty="0" err="1"/>
              <a:t>molestie</a:t>
            </a:r>
            <a:r>
              <a:rPr lang="es-ES" dirty="0"/>
              <a:t> </a:t>
            </a:r>
            <a:r>
              <a:rPr lang="es-ES" dirty="0" err="1"/>
              <a:t>consequat</a:t>
            </a:r>
            <a:r>
              <a:rPr lang="es-ES" dirty="0"/>
              <a:t>, </a:t>
            </a:r>
            <a:r>
              <a:rPr lang="es-ES" dirty="0" err="1"/>
              <a:t>vel</a:t>
            </a:r>
            <a:r>
              <a:rPr lang="es-ES" dirty="0"/>
              <a:t> </a:t>
            </a:r>
            <a:r>
              <a:rPr lang="es-ES" dirty="0" err="1"/>
              <a:t>illum</a:t>
            </a:r>
            <a:r>
              <a:rPr lang="es-ES" dirty="0"/>
              <a:t> </a:t>
            </a:r>
            <a:r>
              <a:rPr lang="es-ES" dirty="0" err="1"/>
              <a:t>dolore</a:t>
            </a:r>
            <a:r>
              <a:rPr lang="es-ES" dirty="0"/>
              <a:t> </a:t>
            </a:r>
            <a:r>
              <a:rPr lang="es-ES" dirty="0" err="1"/>
              <a:t>eu</a:t>
            </a:r>
            <a:r>
              <a:rPr lang="es-ES" dirty="0"/>
              <a:t> </a:t>
            </a:r>
            <a:r>
              <a:rPr lang="es-ES" dirty="0" err="1"/>
              <a:t>feugiat</a:t>
            </a:r>
            <a:r>
              <a:rPr lang="es-ES" dirty="0"/>
              <a:t> </a:t>
            </a:r>
            <a:r>
              <a:rPr lang="es-ES" dirty="0" err="1"/>
              <a:t>nulla</a:t>
            </a:r>
            <a:r>
              <a:rPr lang="es-ES" dirty="0"/>
              <a:t> </a:t>
            </a:r>
            <a:r>
              <a:rPr lang="es-ES" dirty="0" err="1"/>
              <a:t>facilisis</a:t>
            </a:r>
            <a:r>
              <a:rPr lang="es-ES" dirty="0"/>
              <a:t> at vero eros et </a:t>
            </a:r>
            <a:r>
              <a:rPr lang="es-ES" dirty="0" err="1"/>
              <a:t>accumsan</a:t>
            </a:r>
            <a:r>
              <a:rPr lang="es-ES" dirty="0"/>
              <a:t> et </a:t>
            </a:r>
            <a:r>
              <a:rPr lang="es-ES" dirty="0" err="1"/>
              <a:t>iusto</a:t>
            </a:r>
            <a:r>
              <a:rPr lang="es-ES" dirty="0"/>
              <a:t> odio </a:t>
            </a:r>
            <a:r>
              <a:rPr lang="es-ES" dirty="0" err="1"/>
              <a:t>dignissim</a:t>
            </a:r>
            <a:r>
              <a:rPr lang="es-ES" dirty="0"/>
              <a:t> </a:t>
            </a:r>
            <a:r>
              <a:rPr lang="es-ES" dirty="0" err="1"/>
              <a:t>qui</a:t>
            </a:r>
            <a:r>
              <a:rPr lang="es-ES" dirty="0"/>
              <a:t> </a:t>
            </a:r>
            <a:r>
              <a:rPr lang="es-ES" dirty="0" err="1"/>
              <a:t>blandit</a:t>
            </a:r>
            <a:r>
              <a:rPr lang="es-ES" dirty="0"/>
              <a:t>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, </a:t>
            </a:r>
            <a:r>
              <a:rPr lang="es-ES" dirty="0" err="1"/>
              <a:t>consectetuer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 </a:t>
            </a:r>
            <a:r>
              <a:rPr lang="es-ES" dirty="0" err="1"/>
              <a:t>hendrerit</a:t>
            </a:r>
            <a:r>
              <a:rPr lang="es-ES" dirty="0"/>
              <a:t> in </a:t>
            </a:r>
            <a:r>
              <a:rPr lang="es-ES" dirty="0" err="1"/>
              <a:t>vulputate</a:t>
            </a:r>
            <a:r>
              <a:rPr lang="es-ES" dirty="0"/>
              <a:t> </a:t>
            </a:r>
            <a:r>
              <a:rPr lang="es-ES" dirty="0" err="1"/>
              <a:t>velit</a:t>
            </a:r>
            <a:r>
              <a:rPr lang="es-ES" dirty="0"/>
              <a:t> </a:t>
            </a:r>
            <a:r>
              <a:rPr lang="es-ES" dirty="0" err="1"/>
              <a:t>esse</a:t>
            </a:r>
            <a:r>
              <a:rPr lang="es-ES" dirty="0"/>
              <a:t> </a:t>
            </a:r>
            <a:r>
              <a:rPr lang="es-ES" dirty="0" err="1"/>
              <a:t>molestie</a:t>
            </a:r>
            <a:r>
              <a:rPr lang="es-ES" dirty="0"/>
              <a:t> </a:t>
            </a:r>
            <a:r>
              <a:rPr lang="es-ES" dirty="0" err="1"/>
              <a:t>consequat</a:t>
            </a:r>
            <a:r>
              <a:rPr lang="es-ES" dirty="0"/>
              <a:t>, </a:t>
            </a:r>
            <a:r>
              <a:rPr lang="es-ES" dirty="0" err="1"/>
              <a:t>vel</a:t>
            </a:r>
            <a:r>
              <a:rPr lang="es-ES" dirty="0"/>
              <a:t> </a:t>
            </a:r>
            <a:r>
              <a:rPr lang="es-ES" dirty="0" err="1"/>
              <a:t>illum</a:t>
            </a:r>
            <a:br>
              <a:rPr lang="es-ES" dirty="0"/>
            </a:br>
            <a:endParaRPr lang="es-ES" dirty="0"/>
          </a:p>
          <a:p>
            <a:r>
              <a:rPr lang="es-ES" dirty="0"/>
              <a:t>Ut </a:t>
            </a:r>
            <a:r>
              <a:rPr lang="es-ES" dirty="0" err="1"/>
              <a:t>wisi</a:t>
            </a:r>
            <a:r>
              <a:rPr lang="es-ES" dirty="0"/>
              <a:t> </a:t>
            </a:r>
            <a:r>
              <a:rPr lang="es-ES" dirty="0" err="1"/>
              <a:t>enim</a:t>
            </a:r>
            <a:r>
              <a:rPr lang="es-ES" dirty="0"/>
              <a:t> ad </a:t>
            </a:r>
            <a:r>
              <a:rPr lang="es-ES" dirty="0" err="1"/>
              <a:t>minim</a:t>
            </a:r>
            <a:r>
              <a:rPr lang="es-ES" dirty="0"/>
              <a:t> </a:t>
            </a:r>
            <a:r>
              <a:rPr lang="es-ES" dirty="0" err="1"/>
              <a:t>veniam</a:t>
            </a:r>
            <a:r>
              <a:rPr lang="es-ES" dirty="0"/>
              <a:t>, </a:t>
            </a:r>
            <a:r>
              <a:rPr lang="es-ES" dirty="0" err="1"/>
              <a:t>quis</a:t>
            </a:r>
            <a:r>
              <a:rPr lang="es-ES" dirty="0"/>
              <a:t> </a:t>
            </a:r>
            <a:r>
              <a:rPr lang="es-ES" dirty="0" err="1"/>
              <a:t>nostrud</a:t>
            </a:r>
            <a:r>
              <a:rPr lang="es-ES" dirty="0"/>
              <a:t> </a:t>
            </a:r>
            <a:r>
              <a:rPr lang="es-ES" dirty="0" err="1"/>
              <a:t>exerci</a:t>
            </a:r>
            <a:r>
              <a:rPr lang="es-ES" dirty="0"/>
              <a:t> </a:t>
            </a:r>
            <a:r>
              <a:rPr lang="es-ES" dirty="0" err="1"/>
              <a:t>tation</a:t>
            </a:r>
            <a:r>
              <a:rPr lang="es-ES" dirty="0"/>
              <a:t> </a:t>
            </a:r>
            <a:r>
              <a:rPr lang="es-ES" dirty="0" err="1"/>
              <a:t>ullamcorper</a:t>
            </a:r>
            <a:r>
              <a:rPr lang="es-ES" dirty="0"/>
              <a:t> </a:t>
            </a:r>
            <a:r>
              <a:rPr lang="es-ES" dirty="0" err="1"/>
              <a:t>suscipit</a:t>
            </a:r>
            <a:r>
              <a:rPr lang="es-ES" dirty="0"/>
              <a:t> </a:t>
            </a:r>
            <a:r>
              <a:rPr lang="es-ES" dirty="0" err="1"/>
              <a:t>lobortis</a:t>
            </a:r>
            <a:r>
              <a:rPr lang="es-ES" dirty="0"/>
              <a:t> </a:t>
            </a:r>
            <a:r>
              <a:rPr lang="es-ES" dirty="0" err="1"/>
              <a:t>nisl</a:t>
            </a:r>
            <a:r>
              <a:rPr lang="es-ES" dirty="0"/>
              <a:t> ut </a:t>
            </a:r>
            <a:r>
              <a:rPr lang="es-ES" dirty="0" err="1"/>
              <a:t>aliquip</a:t>
            </a:r>
            <a:r>
              <a:rPr lang="es-ES" dirty="0"/>
              <a:t> ex </a:t>
            </a:r>
            <a:r>
              <a:rPr lang="es-ES" dirty="0" err="1"/>
              <a:t>ea</a:t>
            </a:r>
            <a:r>
              <a:rPr lang="es-ES" dirty="0"/>
              <a:t> commodo </a:t>
            </a:r>
            <a:r>
              <a:rPr lang="es-ES" dirty="0" err="1"/>
              <a:t>consequat</a:t>
            </a:r>
            <a:r>
              <a:rPr lang="es-ES" dirty="0"/>
              <a:t>. Destacado </a:t>
            </a:r>
            <a:r>
              <a:rPr lang="es-ES" dirty="0" err="1"/>
              <a:t>autem</a:t>
            </a:r>
            <a:r>
              <a:rPr lang="es-ES" dirty="0"/>
              <a:t> </a:t>
            </a:r>
            <a:r>
              <a:rPr lang="es-ES" dirty="0" err="1"/>
              <a:t>vel</a:t>
            </a:r>
            <a:r>
              <a:rPr lang="es-ES" dirty="0"/>
              <a:t> </a:t>
            </a:r>
            <a:r>
              <a:rPr lang="es-ES" dirty="0" err="1"/>
              <a:t>eum</a:t>
            </a:r>
            <a:r>
              <a:rPr lang="es-ES" dirty="0"/>
              <a:t> </a:t>
            </a:r>
            <a:r>
              <a:rPr lang="es-ES" dirty="0" err="1"/>
              <a:t>iriure</a:t>
            </a:r>
            <a:r>
              <a:rPr lang="es-ES" dirty="0"/>
              <a:t> dolor in </a:t>
            </a:r>
            <a:r>
              <a:rPr lang="es-ES" dirty="0" err="1"/>
              <a:t>hendrerit</a:t>
            </a:r>
            <a:r>
              <a:rPr lang="es-ES" dirty="0"/>
              <a:t> in </a:t>
            </a:r>
            <a:r>
              <a:rPr lang="es-ES" dirty="0" err="1"/>
              <a:t>vulputate</a:t>
            </a:r>
            <a:r>
              <a:rPr lang="es-ES" dirty="0"/>
              <a:t> </a:t>
            </a:r>
            <a:r>
              <a:rPr lang="es-ES" dirty="0" err="1"/>
              <a:t>velit</a:t>
            </a:r>
            <a:r>
              <a:rPr lang="es-ES" dirty="0"/>
              <a:t> </a:t>
            </a:r>
            <a:r>
              <a:rPr lang="es-ES" dirty="0" err="1"/>
              <a:t>esse</a:t>
            </a:r>
            <a:r>
              <a:rPr lang="es-ES" dirty="0"/>
              <a:t> </a:t>
            </a:r>
            <a:r>
              <a:rPr lang="es-ES" dirty="0" err="1"/>
              <a:t>molestie</a:t>
            </a:r>
            <a:r>
              <a:rPr lang="es-ES" dirty="0"/>
              <a:t> </a:t>
            </a:r>
            <a:r>
              <a:rPr lang="es-ES" dirty="0" err="1"/>
              <a:t>consequat</a:t>
            </a:r>
            <a:r>
              <a:rPr lang="es-ES" dirty="0"/>
              <a:t>, </a:t>
            </a:r>
            <a:r>
              <a:rPr lang="es-ES" dirty="0" err="1"/>
              <a:t>vel</a:t>
            </a:r>
            <a:r>
              <a:rPr lang="es-ES" dirty="0"/>
              <a:t> </a:t>
            </a:r>
            <a:r>
              <a:rPr lang="es-ES" dirty="0" err="1"/>
              <a:t>illum</a:t>
            </a:r>
            <a:r>
              <a:rPr lang="es-ES" dirty="0"/>
              <a:t> </a:t>
            </a:r>
            <a:r>
              <a:rPr lang="es-ES" dirty="0" err="1"/>
              <a:t>dolore</a:t>
            </a:r>
            <a:r>
              <a:rPr lang="es-ES" dirty="0"/>
              <a:t> </a:t>
            </a:r>
            <a:r>
              <a:rPr lang="es-ES" dirty="0" err="1"/>
              <a:t>eu</a:t>
            </a:r>
            <a:r>
              <a:rPr lang="es-ES" dirty="0"/>
              <a:t> </a:t>
            </a:r>
            <a:r>
              <a:rPr lang="es-ES" dirty="0" err="1"/>
              <a:t>feugiat</a:t>
            </a:r>
            <a:r>
              <a:rPr lang="es-ES" dirty="0"/>
              <a:t> </a:t>
            </a:r>
            <a:r>
              <a:rPr lang="es-ES" dirty="0" err="1"/>
              <a:t>nulla</a:t>
            </a:r>
            <a:r>
              <a:rPr lang="es-ES" dirty="0"/>
              <a:t> </a:t>
            </a:r>
            <a:r>
              <a:rPr lang="es-ES" dirty="0" err="1"/>
              <a:t>facilisis</a:t>
            </a:r>
            <a:r>
              <a:rPr lang="es-ES" dirty="0"/>
              <a:t> at vero eros et </a:t>
            </a:r>
            <a:r>
              <a:rPr lang="es-ES" dirty="0" err="1"/>
              <a:t>accumsan</a:t>
            </a:r>
            <a:r>
              <a:rPr lang="es-ES" dirty="0"/>
              <a:t> et </a:t>
            </a:r>
            <a:r>
              <a:rPr lang="es-ES" dirty="0" err="1"/>
              <a:t>iusto</a:t>
            </a:r>
            <a:r>
              <a:rPr lang="es-ES" dirty="0"/>
              <a:t> odio </a:t>
            </a:r>
            <a:r>
              <a:rPr lang="es-ES" dirty="0" err="1"/>
              <a:t>dignissim</a:t>
            </a:r>
            <a:r>
              <a:rPr lang="es-ES" dirty="0"/>
              <a:t> </a:t>
            </a:r>
            <a:r>
              <a:rPr lang="es-ES" dirty="0" err="1"/>
              <a:t>qui</a:t>
            </a:r>
            <a:r>
              <a:rPr lang="es-ES" dirty="0"/>
              <a:t> </a:t>
            </a:r>
            <a:r>
              <a:rPr lang="es-ES" dirty="0" err="1"/>
              <a:t>blandit</a:t>
            </a:r>
            <a:r>
              <a:rPr lang="es-ES" dirty="0"/>
              <a:t>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, </a:t>
            </a:r>
            <a:r>
              <a:rPr lang="es-ES" dirty="0" err="1"/>
              <a:t>consectetuer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 </a:t>
            </a:r>
            <a:r>
              <a:rPr lang="es-ES" dirty="0" err="1"/>
              <a:t>hendrerit</a:t>
            </a:r>
            <a:r>
              <a:rPr lang="es-ES" dirty="0"/>
              <a:t> in </a:t>
            </a:r>
            <a:r>
              <a:rPr lang="es-ES" dirty="0" err="1"/>
              <a:t>vulputate</a:t>
            </a:r>
            <a:r>
              <a:rPr lang="es-ES" dirty="0"/>
              <a:t> </a:t>
            </a:r>
            <a:r>
              <a:rPr lang="es-ES" dirty="0" err="1"/>
              <a:t>velit</a:t>
            </a:r>
            <a:r>
              <a:rPr lang="es-ES" dirty="0"/>
              <a:t> </a:t>
            </a:r>
            <a:r>
              <a:rPr lang="es-ES" dirty="0" err="1"/>
              <a:t>esse</a:t>
            </a:r>
            <a:r>
              <a:rPr lang="es-ES" dirty="0"/>
              <a:t> </a:t>
            </a:r>
            <a:r>
              <a:rPr lang="es-ES" dirty="0" err="1"/>
              <a:t>molestie</a:t>
            </a:r>
            <a:r>
              <a:rPr lang="es-ES" dirty="0"/>
              <a:t> </a:t>
            </a:r>
            <a:r>
              <a:rPr lang="es-ES" dirty="0" err="1"/>
              <a:t>consequat</a:t>
            </a:r>
            <a:r>
              <a:rPr lang="es-ES" dirty="0"/>
              <a:t>.</a:t>
            </a:r>
          </a:p>
        </p:txBody>
      </p:sp>
      <p:sp>
        <p:nvSpPr>
          <p:cNvPr id="15" name="Marcador de texto 25">
            <a:extLst>
              <a:ext uri="{FF2B5EF4-FFF2-40B4-BE49-F238E27FC236}">
                <a16:creationId xmlns:a16="http://schemas.microsoft.com/office/drawing/2014/main" id="{A15C4899-7BBA-3945-BA97-98DBFDC717D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57464" y="6399354"/>
            <a:ext cx="4721161" cy="276999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200" b="0">
                <a:solidFill>
                  <a:schemeClr val="tx1"/>
                </a:solidFill>
                <a:latin typeface="Visuelt Pro" panose="020B0503040202040104" pitchFamily="34" charset="0"/>
              </a:defRPr>
            </a:lvl1pPr>
          </a:lstStyle>
          <a:p>
            <a:r>
              <a:rPr lang="es-ES" dirty="0"/>
              <a:t>Título presentación</a:t>
            </a: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27B1A6EA-CC82-214E-AC21-5C78BDE6CE27}"/>
              </a:ext>
            </a:extLst>
          </p:cNvPr>
          <p:cNvSpPr txBox="1"/>
          <p:nvPr userDrawn="1"/>
        </p:nvSpPr>
        <p:spPr>
          <a:xfrm>
            <a:off x="10915587" y="6399354"/>
            <a:ext cx="1056278" cy="276999"/>
          </a:xfrm>
          <a:prstGeom prst="rect">
            <a:avLst/>
          </a:prstGeom>
          <a:noFill/>
        </p:spPr>
        <p:txBody>
          <a:bodyPr wrap="square" rtlCol="0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6171A"/>
                </a:solidFill>
                <a:latin typeface="Arial"/>
              </a:rPr>
              <a:t>2026</a:t>
            </a:r>
            <a:endParaRPr lang="es-ES" sz="1200" b="0" i="0" dirty="0">
              <a:solidFill>
                <a:schemeClr val="tx1"/>
              </a:solidFill>
              <a:latin typeface="Visuelt Pro" panose="020B0503040202040104" pitchFamily="34" charset="0"/>
              <a:cs typeface="Arial" panose="020B0604020202020204" pitchFamily="34" charset="0"/>
            </a:endParaRP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DE0B3C2B-6A56-9B4B-BCC8-AE96AC0EF82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857743" y="126162"/>
            <a:ext cx="1205070" cy="6025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738724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eño G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Marcador de texto 25">
            <a:extLst>
              <a:ext uri="{FF2B5EF4-FFF2-40B4-BE49-F238E27FC236}">
                <a16:creationId xmlns:a16="http://schemas.microsoft.com/office/drawing/2014/main" id="{0D7C52A1-C3B8-BF40-A9A8-BC187650CF5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7464" y="889157"/>
            <a:ext cx="4743460" cy="52364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100" b="0" i="0">
                <a:solidFill>
                  <a:schemeClr val="accent6"/>
                </a:solidFill>
                <a:latin typeface="Periodico Display" panose="02000504080000020004" pitchFamily="2" charset="77"/>
                <a:cs typeface="Times New Roman" panose="02020603050405020304" pitchFamily="18" charset="0"/>
              </a:defRPr>
            </a:lvl1pPr>
          </a:lstStyle>
          <a:p>
            <a:r>
              <a:rPr lang="es-ES" dirty="0"/>
              <a:t>Título </a:t>
            </a:r>
            <a:r>
              <a:rPr lang="es-ES" dirty="0" err="1"/>
              <a:t>slide</a:t>
            </a:r>
            <a:endParaRPr lang="es-ES" dirty="0"/>
          </a:p>
        </p:txBody>
      </p:sp>
      <p:sp>
        <p:nvSpPr>
          <p:cNvPr id="12" name="Marcador de texto 25">
            <a:extLst>
              <a:ext uri="{FF2B5EF4-FFF2-40B4-BE49-F238E27FC236}">
                <a16:creationId xmlns:a16="http://schemas.microsoft.com/office/drawing/2014/main" id="{C76B19EF-F42C-E749-965B-80312A64DBD8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57464" y="306003"/>
            <a:ext cx="4794905" cy="282083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200" b="0">
                <a:solidFill>
                  <a:schemeClr val="accent6"/>
                </a:solidFill>
                <a:latin typeface="Visuelt Pro" panose="020B0503040202040104" pitchFamily="34" charset="0"/>
              </a:defRPr>
            </a:lvl1pPr>
          </a:lstStyle>
          <a:p>
            <a:r>
              <a:rPr lang="es-ES" dirty="0"/>
              <a:t>00. Título capítulo</a:t>
            </a:r>
          </a:p>
        </p:txBody>
      </p:sp>
      <p:sp>
        <p:nvSpPr>
          <p:cNvPr id="15" name="Marcador de texto 25">
            <a:extLst>
              <a:ext uri="{FF2B5EF4-FFF2-40B4-BE49-F238E27FC236}">
                <a16:creationId xmlns:a16="http://schemas.microsoft.com/office/drawing/2014/main" id="{A15C4899-7BBA-3945-BA97-98DBFDC717D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57464" y="6399354"/>
            <a:ext cx="4721161" cy="276999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200" b="0">
                <a:solidFill>
                  <a:schemeClr val="tx1"/>
                </a:solidFill>
                <a:latin typeface="Visuelt Pro" panose="020B0503040202040104" pitchFamily="34" charset="0"/>
              </a:defRPr>
            </a:lvl1pPr>
          </a:lstStyle>
          <a:p>
            <a:r>
              <a:rPr lang="es-ES" dirty="0"/>
              <a:t>Título presentación</a:t>
            </a: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F661D2BD-CAB8-1245-A6F7-AC8245AA5FB3}"/>
              </a:ext>
            </a:extLst>
          </p:cNvPr>
          <p:cNvSpPr txBox="1"/>
          <p:nvPr userDrawn="1"/>
        </p:nvSpPr>
        <p:spPr>
          <a:xfrm>
            <a:off x="10915587" y="6399354"/>
            <a:ext cx="1056278" cy="276999"/>
          </a:xfrm>
          <a:prstGeom prst="rect">
            <a:avLst/>
          </a:prstGeom>
          <a:noFill/>
        </p:spPr>
        <p:txBody>
          <a:bodyPr wrap="square" rtlCol="0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6171A"/>
                </a:solidFill>
                <a:latin typeface="Arial"/>
              </a:rPr>
              <a:t>2026</a:t>
            </a:r>
            <a:endParaRPr lang="es-ES" sz="1200" b="0" i="0" dirty="0">
              <a:solidFill>
                <a:schemeClr val="tx1"/>
              </a:solidFill>
              <a:latin typeface="Visuelt Pro" panose="020B0503040202040104" pitchFamily="34" charset="0"/>
              <a:cs typeface="Arial" panose="020B0604020202020204" pitchFamily="34" charset="0"/>
            </a:endParaRP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0CF5DE69-7F84-1C42-9C78-95952CBB2CD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857743" y="126162"/>
            <a:ext cx="1205070" cy="6025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008433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eño A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CuadroTexto 43">
            <a:extLst>
              <a:ext uri="{FF2B5EF4-FFF2-40B4-BE49-F238E27FC236}">
                <a16:creationId xmlns:a16="http://schemas.microsoft.com/office/drawing/2014/main" id="{96E9210F-E773-2543-8EEC-1DE0DE394513}"/>
              </a:ext>
            </a:extLst>
          </p:cNvPr>
          <p:cNvSpPr txBox="1"/>
          <p:nvPr userDrawn="1"/>
        </p:nvSpPr>
        <p:spPr>
          <a:xfrm>
            <a:off x="10915587" y="6399354"/>
            <a:ext cx="105627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ES" sz="1200" b="0" i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16/9/20</a:t>
            </a:r>
          </a:p>
        </p:txBody>
      </p:sp>
      <p:sp>
        <p:nvSpPr>
          <p:cNvPr id="3" name="Marcador de gráfico 2">
            <a:extLst>
              <a:ext uri="{FF2B5EF4-FFF2-40B4-BE49-F238E27FC236}">
                <a16:creationId xmlns:a16="http://schemas.microsoft.com/office/drawing/2014/main" id="{185F0562-4270-2042-B1D5-CAF7DABDD0AF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151563" y="1885739"/>
            <a:ext cx="5345672" cy="4293184"/>
          </a:xfrm>
          <a:prstGeom prst="rect">
            <a:avLst/>
          </a:prstGeom>
        </p:spPr>
        <p:txBody>
          <a:bodyPr/>
          <a:lstStyle>
            <a:lvl1pPr>
              <a:defRPr>
                <a:latin typeface="Visuelt Pro" panose="020B0503040202040104" pitchFamily="34" charset="0"/>
              </a:defRPr>
            </a:lvl1pPr>
          </a:lstStyle>
          <a:p>
            <a:endParaRPr lang="es-ES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BB7C310A-8378-204B-90CA-231BD0D04605}"/>
              </a:ext>
            </a:extLst>
          </p:cNvPr>
          <p:cNvSpPr txBox="1"/>
          <p:nvPr userDrawn="1"/>
        </p:nvSpPr>
        <p:spPr>
          <a:xfrm>
            <a:off x="10907121" y="6399354"/>
            <a:ext cx="1056278" cy="276999"/>
          </a:xfrm>
          <a:prstGeom prst="rect">
            <a:avLst/>
          </a:prstGeom>
          <a:noFill/>
        </p:spPr>
        <p:txBody>
          <a:bodyPr wrap="square" rtlCol="0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6171A"/>
                </a:solidFill>
                <a:latin typeface="Arial"/>
              </a:rPr>
              <a:t>2026</a:t>
            </a:r>
            <a:endParaRPr lang="es-ES" sz="1200" b="0" i="0" dirty="0">
              <a:solidFill>
                <a:schemeClr val="tx1"/>
              </a:solidFill>
              <a:latin typeface="Visuelt Pro" panose="020B0503040202040104" pitchFamily="34" charset="0"/>
              <a:cs typeface="Arial" panose="020B0604020202020204" pitchFamily="34" charset="0"/>
            </a:endParaRPr>
          </a:p>
        </p:txBody>
      </p:sp>
      <p:sp>
        <p:nvSpPr>
          <p:cNvPr id="12" name="Marcador de texto 25">
            <a:extLst>
              <a:ext uri="{FF2B5EF4-FFF2-40B4-BE49-F238E27FC236}">
                <a16:creationId xmlns:a16="http://schemas.microsoft.com/office/drawing/2014/main" id="{21FF0CA2-4EAC-214E-B68A-3E2098B3D46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7464" y="889157"/>
            <a:ext cx="4743460" cy="52364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100" b="0" i="0">
                <a:solidFill>
                  <a:schemeClr val="bg2"/>
                </a:solidFill>
                <a:latin typeface="Periodico Display" panose="02000504080000020004" pitchFamily="2" charset="77"/>
                <a:cs typeface="Times New Roman" panose="02020603050405020304" pitchFamily="18" charset="0"/>
              </a:defRPr>
            </a:lvl1pPr>
          </a:lstStyle>
          <a:p>
            <a:r>
              <a:rPr lang="es-ES" dirty="0"/>
              <a:t>Título </a:t>
            </a:r>
            <a:r>
              <a:rPr lang="es-ES" dirty="0" err="1"/>
              <a:t>slide</a:t>
            </a:r>
            <a:endParaRPr lang="es-ES" dirty="0"/>
          </a:p>
        </p:txBody>
      </p:sp>
      <p:sp>
        <p:nvSpPr>
          <p:cNvPr id="13" name="Marcador de texto 25">
            <a:extLst>
              <a:ext uri="{FF2B5EF4-FFF2-40B4-BE49-F238E27FC236}">
                <a16:creationId xmlns:a16="http://schemas.microsoft.com/office/drawing/2014/main" id="{18F6060D-7439-1646-89FC-3BB88093D95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57464" y="306003"/>
            <a:ext cx="4794905" cy="282083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200" b="0">
                <a:solidFill>
                  <a:schemeClr val="bg2"/>
                </a:solidFill>
                <a:latin typeface="Visuelt Pro" panose="020B0503040202040104" pitchFamily="34" charset="0"/>
              </a:defRPr>
            </a:lvl1pPr>
          </a:lstStyle>
          <a:p>
            <a:r>
              <a:rPr lang="es-ES" dirty="0"/>
              <a:t>00. Título capítulo</a:t>
            </a:r>
          </a:p>
        </p:txBody>
      </p:sp>
      <p:sp>
        <p:nvSpPr>
          <p:cNvPr id="15" name="Marcador de texto 72">
            <a:extLst>
              <a:ext uri="{FF2B5EF4-FFF2-40B4-BE49-F238E27FC236}">
                <a16:creationId xmlns:a16="http://schemas.microsoft.com/office/drawing/2014/main" id="{B36E819B-B0B5-1E42-AA60-3FAC9983996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85089" y="1885739"/>
            <a:ext cx="4721161" cy="34290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100"/>
              </a:spcBef>
              <a:buNone/>
              <a:defRPr sz="1300" b="1">
                <a:solidFill>
                  <a:schemeClr val="tx1"/>
                </a:solidFill>
                <a:latin typeface="Visuelt Pro" panose="020B0503040202040104" pitchFamily="34" charset="0"/>
              </a:defRPr>
            </a:lvl1pPr>
          </a:lstStyle>
          <a:p>
            <a:r>
              <a:rPr lang="es-ES" dirty="0"/>
              <a:t>Título párrafo</a:t>
            </a:r>
          </a:p>
        </p:txBody>
      </p:sp>
      <p:sp>
        <p:nvSpPr>
          <p:cNvPr id="16" name="Marcador de texto 72">
            <a:extLst>
              <a:ext uri="{FF2B5EF4-FFF2-40B4-BE49-F238E27FC236}">
                <a16:creationId xmlns:a16="http://schemas.microsoft.com/office/drawing/2014/main" id="{AE970B53-C2DA-7C41-A63E-932C24735282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85090" y="2424902"/>
            <a:ext cx="4693536" cy="3747297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100"/>
              </a:spcBef>
              <a:buNone/>
              <a:defRPr sz="1300" b="0">
                <a:solidFill>
                  <a:schemeClr val="tx1"/>
                </a:solidFill>
                <a:latin typeface="Visuelt Pro" panose="020B0503040202040104" pitchFamily="34" charset="0"/>
              </a:defRPr>
            </a:lvl1pPr>
          </a:lstStyle>
          <a:p>
            <a:r>
              <a:rPr lang="es-ES" dirty="0"/>
              <a:t>Texto pequeño </a:t>
            </a:r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r>
              <a:rPr lang="es-ES" dirty="0"/>
              <a:t>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, </a:t>
            </a:r>
            <a:r>
              <a:rPr lang="es-ES" dirty="0" err="1"/>
              <a:t>consectetuer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, sed </a:t>
            </a:r>
            <a:r>
              <a:rPr lang="es-ES" dirty="0" err="1"/>
              <a:t>diam</a:t>
            </a:r>
            <a:r>
              <a:rPr lang="es-ES" dirty="0"/>
              <a:t> </a:t>
            </a:r>
            <a:r>
              <a:rPr lang="es-ES" dirty="0" err="1"/>
              <a:t>nonummy</a:t>
            </a:r>
            <a:r>
              <a:rPr lang="es-ES" dirty="0"/>
              <a:t> </a:t>
            </a:r>
            <a:r>
              <a:rPr lang="es-ES" dirty="0" err="1"/>
              <a:t>nibh</a:t>
            </a:r>
            <a:r>
              <a:rPr lang="es-ES" dirty="0"/>
              <a:t> </a:t>
            </a:r>
            <a:r>
              <a:rPr lang="es-ES" dirty="0" err="1"/>
              <a:t>euismod</a:t>
            </a:r>
            <a:r>
              <a:rPr lang="es-ES" dirty="0"/>
              <a:t> </a:t>
            </a:r>
            <a:r>
              <a:rPr lang="es-ES" dirty="0" err="1"/>
              <a:t>tincidunt</a:t>
            </a:r>
            <a:r>
              <a:rPr lang="es-ES" dirty="0"/>
              <a:t> ut </a:t>
            </a:r>
            <a:r>
              <a:rPr lang="es-ES" dirty="0" err="1"/>
              <a:t>laoreet</a:t>
            </a:r>
            <a:r>
              <a:rPr lang="es-ES" dirty="0"/>
              <a:t> </a:t>
            </a:r>
            <a:r>
              <a:rPr lang="es-ES" dirty="0" err="1"/>
              <a:t>dolore</a:t>
            </a:r>
            <a:r>
              <a:rPr lang="es-ES" dirty="0"/>
              <a:t> magna </a:t>
            </a:r>
            <a:r>
              <a:rPr lang="es-ES" dirty="0" err="1"/>
              <a:t>aliquam</a:t>
            </a:r>
            <a:r>
              <a:rPr lang="es-ES" dirty="0"/>
              <a:t> </a:t>
            </a:r>
            <a:r>
              <a:rPr lang="es-ES" dirty="0" err="1"/>
              <a:t>erat</a:t>
            </a:r>
            <a:r>
              <a:rPr lang="es-ES" dirty="0"/>
              <a:t> </a:t>
            </a:r>
            <a:r>
              <a:rPr lang="es-ES" dirty="0" err="1"/>
              <a:t>volutpat</a:t>
            </a:r>
            <a:r>
              <a:rPr lang="es-ES" dirty="0"/>
              <a:t>. Ut </a:t>
            </a:r>
            <a:r>
              <a:rPr lang="es-ES" dirty="0" err="1"/>
              <a:t>wisi</a:t>
            </a:r>
            <a:r>
              <a:rPr lang="es-ES" dirty="0"/>
              <a:t> </a:t>
            </a:r>
            <a:r>
              <a:rPr lang="es-ES" dirty="0" err="1"/>
              <a:t>enim</a:t>
            </a:r>
            <a:r>
              <a:rPr lang="es-ES" dirty="0"/>
              <a:t> ad </a:t>
            </a:r>
            <a:r>
              <a:rPr lang="es-ES" dirty="0" err="1"/>
              <a:t>minim</a:t>
            </a:r>
            <a:r>
              <a:rPr lang="es-ES" dirty="0"/>
              <a:t> </a:t>
            </a:r>
            <a:r>
              <a:rPr lang="es-ES" dirty="0" err="1"/>
              <a:t>veniam</a:t>
            </a:r>
            <a:r>
              <a:rPr lang="es-ES" dirty="0"/>
              <a:t>, </a:t>
            </a:r>
            <a:r>
              <a:rPr lang="es-ES" dirty="0" err="1"/>
              <a:t>quis</a:t>
            </a:r>
            <a:r>
              <a:rPr lang="es-ES" dirty="0"/>
              <a:t> </a:t>
            </a:r>
            <a:r>
              <a:rPr lang="es-ES" dirty="0" err="1"/>
              <a:t>nostrud</a:t>
            </a:r>
            <a:r>
              <a:rPr lang="es-ES" dirty="0"/>
              <a:t> </a:t>
            </a:r>
            <a:r>
              <a:rPr lang="es-ES" dirty="0" err="1"/>
              <a:t>exerci</a:t>
            </a:r>
            <a:r>
              <a:rPr lang="es-ES" dirty="0"/>
              <a:t> </a:t>
            </a:r>
            <a:r>
              <a:rPr lang="es-ES" dirty="0" err="1"/>
              <a:t>tation</a:t>
            </a:r>
            <a:r>
              <a:rPr lang="es-ES" dirty="0"/>
              <a:t> </a:t>
            </a:r>
            <a:r>
              <a:rPr lang="es-ES" dirty="0" err="1"/>
              <a:t>ullamcorper</a:t>
            </a:r>
            <a:r>
              <a:rPr lang="es-ES" dirty="0"/>
              <a:t> </a:t>
            </a:r>
            <a:r>
              <a:rPr lang="es-ES" dirty="0" err="1"/>
              <a:t>suscipit</a:t>
            </a:r>
            <a:r>
              <a:rPr lang="es-ES" dirty="0"/>
              <a:t> </a:t>
            </a:r>
            <a:r>
              <a:rPr lang="es-ES" dirty="0" err="1"/>
              <a:t>lobortis</a:t>
            </a:r>
            <a:r>
              <a:rPr lang="es-ES" dirty="0"/>
              <a:t> </a:t>
            </a:r>
            <a:r>
              <a:rPr lang="es-ES" dirty="0" err="1"/>
              <a:t>nisl</a:t>
            </a:r>
            <a:r>
              <a:rPr lang="es-ES" dirty="0"/>
              <a:t> ut </a:t>
            </a:r>
            <a:r>
              <a:rPr lang="es-ES" dirty="0" err="1"/>
              <a:t>aliquip</a:t>
            </a:r>
            <a:r>
              <a:rPr lang="es-ES" dirty="0"/>
              <a:t> ex </a:t>
            </a:r>
            <a:r>
              <a:rPr lang="es-ES" dirty="0" err="1"/>
              <a:t>ea</a:t>
            </a:r>
            <a:r>
              <a:rPr lang="es-ES" dirty="0"/>
              <a:t> commodo </a:t>
            </a:r>
            <a:r>
              <a:rPr lang="es-ES" dirty="0" err="1"/>
              <a:t>consequat</a:t>
            </a:r>
            <a:r>
              <a:rPr lang="es-ES" dirty="0"/>
              <a:t>. Destacado </a:t>
            </a:r>
            <a:r>
              <a:rPr lang="es-ES" dirty="0" err="1"/>
              <a:t>autem</a:t>
            </a:r>
            <a:r>
              <a:rPr lang="es-ES" dirty="0"/>
              <a:t> </a:t>
            </a:r>
            <a:r>
              <a:rPr lang="es-ES" dirty="0" err="1"/>
              <a:t>vel</a:t>
            </a:r>
            <a:r>
              <a:rPr lang="es-ES" dirty="0"/>
              <a:t> </a:t>
            </a:r>
            <a:r>
              <a:rPr lang="es-ES" dirty="0" err="1"/>
              <a:t>eum</a:t>
            </a:r>
            <a:r>
              <a:rPr lang="es-ES" dirty="0"/>
              <a:t> </a:t>
            </a:r>
            <a:r>
              <a:rPr lang="es-ES" dirty="0" err="1"/>
              <a:t>iriure</a:t>
            </a:r>
            <a:r>
              <a:rPr lang="es-ES" dirty="0"/>
              <a:t> dolor in </a:t>
            </a:r>
            <a:r>
              <a:rPr lang="es-ES" dirty="0" err="1"/>
              <a:t>hendrerit</a:t>
            </a:r>
            <a:r>
              <a:rPr lang="es-ES" dirty="0"/>
              <a:t> in </a:t>
            </a:r>
            <a:r>
              <a:rPr lang="es-ES" dirty="0" err="1"/>
              <a:t>vulputate</a:t>
            </a:r>
            <a:r>
              <a:rPr lang="es-ES" dirty="0"/>
              <a:t> </a:t>
            </a:r>
            <a:r>
              <a:rPr lang="es-ES" dirty="0" err="1"/>
              <a:t>velit</a:t>
            </a:r>
            <a:r>
              <a:rPr lang="es-ES" dirty="0"/>
              <a:t> </a:t>
            </a:r>
            <a:r>
              <a:rPr lang="es-ES" dirty="0" err="1"/>
              <a:t>esse</a:t>
            </a:r>
            <a:r>
              <a:rPr lang="es-ES" dirty="0"/>
              <a:t> </a:t>
            </a:r>
            <a:r>
              <a:rPr lang="es-ES" dirty="0" err="1"/>
              <a:t>molestie</a:t>
            </a:r>
            <a:r>
              <a:rPr lang="es-ES" dirty="0"/>
              <a:t> </a:t>
            </a:r>
            <a:r>
              <a:rPr lang="es-ES" dirty="0" err="1"/>
              <a:t>consequat</a:t>
            </a:r>
            <a:r>
              <a:rPr lang="es-ES" dirty="0"/>
              <a:t>, </a:t>
            </a:r>
            <a:r>
              <a:rPr lang="es-ES" dirty="0" err="1"/>
              <a:t>vel</a:t>
            </a:r>
            <a:r>
              <a:rPr lang="es-ES" dirty="0"/>
              <a:t> </a:t>
            </a:r>
            <a:r>
              <a:rPr lang="es-ES" dirty="0" err="1"/>
              <a:t>illum</a:t>
            </a:r>
            <a:r>
              <a:rPr lang="es-ES" dirty="0"/>
              <a:t> </a:t>
            </a:r>
            <a:r>
              <a:rPr lang="es-ES" dirty="0" err="1"/>
              <a:t>dolore</a:t>
            </a:r>
            <a:r>
              <a:rPr lang="es-ES" dirty="0"/>
              <a:t> </a:t>
            </a:r>
            <a:r>
              <a:rPr lang="es-ES" dirty="0" err="1"/>
              <a:t>eu</a:t>
            </a:r>
            <a:r>
              <a:rPr lang="es-ES" dirty="0"/>
              <a:t> </a:t>
            </a:r>
            <a:r>
              <a:rPr lang="es-ES" dirty="0" err="1"/>
              <a:t>feugiat</a:t>
            </a:r>
            <a:r>
              <a:rPr lang="es-ES" dirty="0"/>
              <a:t> </a:t>
            </a:r>
            <a:r>
              <a:rPr lang="es-ES" dirty="0" err="1"/>
              <a:t>nulla</a:t>
            </a:r>
            <a:r>
              <a:rPr lang="es-ES" dirty="0"/>
              <a:t> </a:t>
            </a:r>
            <a:r>
              <a:rPr lang="es-ES" dirty="0" err="1"/>
              <a:t>facilisis</a:t>
            </a:r>
            <a:r>
              <a:rPr lang="es-ES" dirty="0"/>
              <a:t> at vero eros et </a:t>
            </a:r>
            <a:r>
              <a:rPr lang="es-ES" dirty="0" err="1"/>
              <a:t>accumsan</a:t>
            </a:r>
            <a:r>
              <a:rPr lang="es-ES" dirty="0"/>
              <a:t> et </a:t>
            </a:r>
            <a:r>
              <a:rPr lang="es-ES" dirty="0" err="1"/>
              <a:t>iusto</a:t>
            </a:r>
            <a:r>
              <a:rPr lang="es-ES" dirty="0"/>
              <a:t> odio </a:t>
            </a:r>
            <a:r>
              <a:rPr lang="es-ES" dirty="0" err="1"/>
              <a:t>dignissim</a:t>
            </a:r>
            <a:r>
              <a:rPr lang="es-ES" dirty="0"/>
              <a:t> </a:t>
            </a:r>
            <a:r>
              <a:rPr lang="es-ES" dirty="0" err="1"/>
              <a:t>qui</a:t>
            </a:r>
            <a:r>
              <a:rPr lang="es-ES" dirty="0"/>
              <a:t> </a:t>
            </a:r>
            <a:r>
              <a:rPr lang="es-ES" dirty="0" err="1"/>
              <a:t>blandit</a:t>
            </a:r>
            <a:r>
              <a:rPr lang="es-ES" dirty="0"/>
              <a:t>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, </a:t>
            </a:r>
            <a:r>
              <a:rPr lang="es-ES" dirty="0" err="1"/>
              <a:t>consectetuer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 </a:t>
            </a:r>
            <a:r>
              <a:rPr lang="es-ES" dirty="0" err="1"/>
              <a:t>hendrerit</a:t>
            </a:r>
            <a:r>
              <a:rPr lang="es-ES" dirty="0"/>
              <a:t> in </a:t>
            </a:r>
            <a:r>
              <a:rPr lang="es-ES" dirty="0" err="1"/>
              <a:t>vulputate</a:t>
            </a:r>
            <a:r>
              <a:rPr lang="es-ES" dirty="0"/>
              <a:t> </a:t>
            </a:r>
            <a:r>
              <a:rPr lang="es-ES" dirty="0" err="1"/>
              <a:t>velit</a:t>
            </a:r>
            <a:r>
              <a:rPr lang="es-ES" dirty="0"/>
              <a:t> </a:t>
            </a:r>
            <a:r>
              <a:rPr lang="es-ES" dirty="0" err="1"/>
              <a:t>esse</a:t>
            </a:r>
            <a:r>
              <a:rPr lang="es-ES" dirty="0"/>
              <a:t> </a:t>
            </a:r>
            <a:r>
              <a:rPr lang="es-ES" dirty="0" err="1"/>
              <a:t>molestie</a:t>
            </a:r>
            <a:r>
              <a:rPr lang="es-ES" dirty="0"/>
              <a:t> </a:t>
            </a:r>
            <a:r>
              <a:rPr lang="es-ES" dirty="0" err="1"/>
              <a:t>consequat</a:t>
            </a:r>
            <a:r>
              <a:rPr lang="es-ES" dirty="0"/>
              <a:t>, </a:t>
            </a:r>
            <a:r>
              <a:rPr lang="es-ES" dirty="0" err="1"/>
              <a:t>vel</a:t>
            </a:r>
            <a:r>
              <a:rPr lang="es-ES" dirty="0"/>
              <a:t> </a:t>
            </a:r>
            <a:r>
              <a:rPr lang="es-ES" dirty="0" err="1"/>
              <a:t>illum</a:t>
            </a:r>
            <a:br>
              <a:rPr lang="es-ES" dirty="0"/>
            </a:br>
            <a:endParaRPr lang="es-ES" dirty="0"/>
          </a:p>
          <a:p>
            <a:r>
              <a:rPr lang="es-ES" dirty="0"/>
              <a:t>Ut </a:t>
            </a:r>
            <a:r>
              <a:rPr lang="es-ES" dirty="0" err="1"/>
              <a:t>wisi</a:t>
            </a:r>
            <a:r>
              <a:rPr lang="es-ES" dirty="0"/>
              <a:t> </a:t>
            </a:r>
            <a:r>
              <a:rPr lang="es-ES" dirty="0" err="1"/>
              <a:t>enim</a:t>
            </a:r>
            <a:r>
              <a:rPr lang="es-ES" dirty="0"/>
              <a:t> ad </a:t>
            </a:r>
            <a:r>
              <a:rPr lang="es-ES" dirty="0" err="1"/>
              <a:t>minim</a:t>
            </a:r>
            <a:r>
              <a:rPr lang="es-ES" dirty="0"/>
              <a:t> </a:t>
            </a:r>
            <a:r>
              <a:rPr lang="es-ES" dirty="0" err="1"/>
              <a:t>veniam</a:t>
            </a:r>
            <a:r>
              <a:rPr lang="es-ES" dirty="0"/>
              <a:t>, </a:t>
            </a:r>
            <a:r>
              <a:rPr lang="es-ES" dirty="0" err="1"/>
              <a:t>quis</a:t>
            </a:r>
            <a:r>
              <a:rPr lang="es-ES" dirty="0"/>
              <a:t> </a:t>
            </a:r>
            <a:r>
              <a:rPr lang="es-ES" dirty="0" err="1"/>
              <a:t>nostrud</a:t>
            </a:r>
            <a:r>
              <a:rPr lang="es-ES" dirty="0"/>
              <a:t> </a:t>
            </a:r>
            <a:r>
              <a:rPr lang="es-ES" dirty="0" err="1"/>
              <a:t>exerci</a:t>
            </a:r>
            <a:r>
              <a:rPr lang="es-ES" dirty="0"/>
              <a:t> </a:t>
            </a:r>
            <a:r>
              <a:rPr lang="es-ES" dirty="0" err="1"/>
              <a:t>tation</a:t>
            </a:r>
            <a:r>
              <a:rPr lang="es-ES" dirty="0"/>
              <a:t> </a:t>
            </a:r>
            <a:r>
              <a:rPr lang="es-ES" dirty="0" err="1"/>
              <a:t>ullamcorper</a:t>
            </a:r>
            <a:r>
              <a:rPr lang="es-ES" dirty="0"/>
              <a:t> </a:t>
            </a:r>
            <a:r>
              <a:rPr lang="es-ES" dirty="0" err="1"/>
              <a:t>suscipit</a:t>
            </a:r>
            <a:r>
              <a:rPr lang="es-ES" dirty="0"/>
              <a:t> </a:t>
            </a:r>
            <a:r>
              <a:rPr lang="es-ES" dirty="0" err="1"/>
              <a:t>lobortis</a:t>
            </a:r>
            <a:r>
              <a:rPr lang="es-ES" dirty="0"/>
              <a:t> </a:t>
            </a:r>
            <a:r>
              <a:rPr lang="es-ES" dirty="0" err="1"/>
              <a:t>nisl</a:t>
            </a:r>
            <a:r>
              <a:rPr lang="es-ES" dirty="0"/>
              <a:t> ut </a:t>
            </a:r>
            <a:r>
              <a:rPr lang="es-ES" dirty="0" err="1"/>
              <a:t>aliquip</a:t>
            </a:r>
            <a:r>
              <a:rPr lang="es-ES" dirty="0"/>
              <a:t> ex </a:t>
            </a:r>
            <a:r>
              <a:rPr lang="es-ES" dirty="0" err="1"/>
              <a:t>ea</a:t>
            </a:r>
            <a:r>
              <a:rPr lang="es-ES" dirty="0"/>
              <a:t> commodo </a:t>
            </a:r>
            <a:r>
              <a:rPr lang="es-ES" dirty="0" err="1"/>
              <a:t>consequat</a:t>
            </a:r>
            <a:r>
              <a:rPr lang="es-ES" dirty="0"/>
              <a:t>. Destacado </a:t>
            </a:r>
            <a:r>
              <a:rPr lang="es-ES" dirty="0" err="1"/>
              <a:t>autem</a:t>
            </a:r>
            <a:r>
              <a:rPr lang="es-ES" dirty="0"/>
              <a:t> </a:t>
            </a:r>
            <a:r>
              <a:rPr lang="es-ES" dirty="0" err="1"/>
              <a:t>vel</a:t>
            </a:r>
            <a:r>
              <a:rPr lang="es-ES" dirty="0"/>
              <a:t> </a:t>
            </a:r>
            <a:r>
              <a:rPr lang="es-ES" dirty="0" err="1"/>
              <a:t>eum</a:t>
            </a:r>
            <a:r>
              <a:rPr lang="es-ES" dirty="0"/>
              <a:t> </a:t>
            </a:r>
            <a:r>
              <a:rPr lang="es-ES" dirty="0" err="1"/>
              <a:t>iriure</a:t>
            </a:r>
            <a:r>
              <a:rPr lang="es-ES" dirty="0"/>
              <a:t> dolor in </a:t>
            </a:r>
            <a:r>
              <a:rPr lang="es-ES" dirty="0" err="1"/>
              <a:t>hendrerit</a:t>
            </a:r>
            <a:r>
              <a:rPr lang="es-ES" dirty="0"/>
              <a:t> in </a:t>
            </a:r>
            <a:r>
              <a:rPr lang="es-ES" dirty="0" err="1"/>
              <a:t>vulputate</a:t>
            </a:r>
            <a:r>
              <a:rPr lang="es-ES" dirty="0"/>
              <a:t> </a:t>
            </a:r>
            <a:r>
              <a:rPr lang="es-ES" dirty="0" err="1"/>
              <a:t>velit</a:t>
            </a:r>
            <a:r>
              <a:rPr lang="es-ES" dirty="0"/>
              <a:t> </a:t>
            </a:r>
            <a:r>
              <a:rPr lang="es-ES" dirty="0" err="1"/>
              <a:t>esse</a:t>
            </a:r>
            <a:r>
              <a:rPr lang="es-ES" dirty="0"/>
              <a:t> </a:t>
            </a:r>
            <a:r>
              <a:rPr lang="es-ES" dirty="0" err="1"/>
              <a:t>molestie</a:t>
            </a:r>
            <a:r>
              <a:rPr lang="es-ES" dirty="0"/>
              <a:t> </a:t>
            </a:r>
            <a:r>
              <a:rPr lang="es-ES" dirty="0" err="1"/>
              <a:t>consequat</a:t>
            </a:r>
            <a:r>
              <a:rPr lang="es-ES" dirty="0"/>
              <a:t>, </a:t>
            </a:r>
            <a:r>
              <a:rPr lang="es-ES" dirty="0" err="1"/>
              <a:t>vel</a:t>
            </a:r>
            <a:r>
              <a:rPr lang="es-ES" dirty="0"/>
              <a:t> </a:t>
            </a:r>
            <a:r>
              <a:rPr lang="es-ES" dirty="0" err="1"/>
              <a:t>illum</a:t>
            </a:r>
            <a:r>
              <a:rPr lang="es-ES" dirty="0"/>
              <a:t> </a:t>
            </a:r>
            <a:r>
              <a:rPr lang="es-ES" dirty="0" err="1"/>
              <a:t>dolore</a:t>
            </a:r>
            <a:r>
              <a:rPr lang="es-ES" dirty="0"/>
              <a:t> </a:t>
            </a:r>
            <a:r>
              <a:rPr lang="es-ES" dirty="0" err="1"/>
              <a:t>eu</a:t>
            </a:r>
            <a:r>
              <a:rPr lang="es-ES" dirty="0"/>
              <a:t> </a:t>
            </a:r>
            <a:r>
              <a:rPr lang="es-ES" dirty="0" err="1"/>
              <a:t>feugiat</a:t>
            </a:r>
            <a:r>
              <a:rPr lang="es-ES" dirty="0"/>
              <a:t> </a:t>
            </a:r>
            <a:r>
              <a:rPr lang="es-ES" dirty="0" err="1"/>
              <a:t>nulla</a:t>
            </a:r>
            <a:r>
              <a:rPr lang="es-ES" dirty="0"/>
              <a:t> </a:t>
            </a:r>
            <a:r>
              <a:rPr lang="es-ES" dirty="0" err="1"/>
              <a:t>facilisis</a:t>
            </a:r>
            <a:r>
              <a:rPr lang="es-ES" dirty="0"/>
              <a:t> at vero eros et </a:t>
            </a:r>
            <a:r>
              <a:rPr lang="es-ES" dirty="0" err="1"/>
              <a:t>accumsan</a:t>
            </a:r>
            <a:r>
              <a:rPr lang="es-ES" dirty="0"/>
              <a:t> et </a:t>
            </a:r>
            <a:r>
              <a:rPr lang="es-ES" dirty="0" err="1"/>
              <a:t>iusto</a:t>
            </a:r>
            <a:r>
              <a:rPr lang="es-ES" dirty="0"/>
              <a:t> odio </a:t>
            </a:r>
            <a:r>
              <a:rPr lang="es-ES" dirty="0" err="1"/>
              <a:t>dignissim</a:t>
            </a:r>
            <a:r>
              <a:rPr lang="es-ES" dirty="0"/>
              <a:t> </a:t>
            </a:r>
            <a:r>
              <a:rPr lang="es-ES" dirty="0" err="1"/>
              <a:t>qui</a:t>
            </a:r>
            <a:r>
              <a:rPr lang="es-ES" dirty="0"/>
              <a:t> </a:t>
            </a:r>
            <a:r>
              <a:rPr lang="es-ES" dirty="0" err="1"/>
              <a:t>blandit</a:t>
            </a:r>
            <a:r>
              <a:rPr lang="es-ES" dirty="0"/>
              <a:t>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, </a:t>
            </a:r>
            <a:r>
              <a:rPr lang="es-ES" dirty="0" err="1"/>
              <a:t>consectetuer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 </a:t>
            </a:r>
            <a:r>
              <a:rPr lang="es-ES" dirty="0" err="1"/>
              <a:t>hendrerit</a:t>
            </a:r>
            <a:r>
              <a:rPr lang="es-ES" dirty="0"/>
              <a:t> in </a:t>
            </a:r>
            <a:r>
              <a:rPr lang="es-ES" dirty="0" err="1"/>
              <a:t>vulputate</a:t>
            </a:r>
            <a:r>
              <a:rPr lang="es-ES" dirty="0"/>
              <a:t> </a:t>
            </a:r>
            <a:r>
              <a:rPr lang="es-ES" dirty="0" err="1"/>
              <a:t>velit</a:t>
            </a:r>
            <a:r>
              <a:rPr lang="es-ES" dirty="0"/>
              <a:t> </a:t>
            </a:r>
            <a:r>
              <a:rPr lang="es-ES" dirty="0" err="1"/>
              <a:t>esse</a:t>
            </a:r>
            <a:r>
              <a:rPr lang="es-ES" dirty="0"/>
              <a:t> </a:t>
            </a:r>
            <a:r>
              <a:rPr lang="es-ES" dirty="0" err="1"/>
              <a:t>molestie</a:t>
            </a:r>
            <a:r>
              <a:rPr lang="es-ES" dirty="0"/>
              <a:t> </a:t>
            </a:r>
            <a:r>
              <a:rPr lang="es-ES" dirty="0" err="1"/>
              <a:t>consequat</a:t>
            </a:r>
            <a:r>
              <a:rPr lang="es-ES" dirty="0"/>
              <a:t>.</a:t>
            </a:r>
          </a:p>
        </p:txBody>
      </p:sp>
      <p:sp>
        <p:nvSpPr>
          <p:cNvPr id="17" name="Marcador de texto 25">
            <a:extLst>
              <a:ext uri="{FF2B5EF4-FFF2-40B4-BE49-F238E27FC236}">
                <a16:creationId xmlns:a16="http://schemas.microsoft.com/office/drawing/2014/main" id="{076B0727-BD79-384E-8DC7-DBAF1B2628C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57464" y="6399354"/>
            <a:ext cx="4721161" cy="276999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200" b="0">
                <a:solidFill>
                  <a:schemeClr val="tx1"/>
                </a:solidFill>
                <a:latin typeface="Visuelt Pro" panose="020B0503040202040104" pitchFamily="34" charset="0"/>
              </a:defRPr>
            </a:lvl1pPr>
          </a:lstStyle>
          <a:p>
            <a:r>
              <a:rPr lang="es-ES" dirty="0"/>
              <a:t>Título presentación</a:t>
            </a:r>
          </a:p>
        </p:txBody>
      </p:sp>
    </p:spTree>
    <p:extLst>
      <p:ext uri="{BB962C8B-B14F-4D97-AF65-F5344CB8AC3E}">
        <p14:creationId xmlns:p14="http://schemas.microsoft.com/office/powerpoint/2010/main" val="144705257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eño B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CuadroTexto 43">
            <a:extLst>
              <a:ext uri="{FF2B5EF4-FFF2-40B4-BE49-F238E27FC236}">
                <a16:creationId xmlns:a16="http://schemas.microsoft.com/office/drawing/2014/main" id="{96E9210F-E773-2543-8EEC-1DE0DE394513}"/>
              </a:ext>
            </a:extLst>
          </p:cNvPr>
          <p:cNvSpPr txBox="1"/>
          <p:nvPr userDrawn="1"/>
        </p:nvSpPr>
        <p:spPr>
          <a:xfrm>
            <a:off x="10915587" y="6399354"/>
            <a:ext cx="105627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ES" sz="1200" b="0" i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16/9/20</a:t>
            </a:r>
          </a:p>
        </p:txBody>
      </p:sp>
      <p:sp>
        <p:nvSpPr>
          <p:cNvPr id="77" name="Marcador de texto 25">
            <a:extLst>
              <a:ext uri="{FF2B5EF4-FFF2-40B4-BE49-F238E27FC236}">
                <a16:creationId xmlns:a16="http://schemas.microsoft.com/office/drawing/2014/main" id="{A246425E-9EFA-A848-8A09-15535F0A6EB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57464" y="6399354"/>
            <a:ext cx="4743460" cy="276999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200" b="0">
                <a:solidFill>
                  <a:schemeClr val="tx1"/>
                </a:solidFill>
                <a:latin typeface="Visuelt Pro" panose="020B0503040202040104" pitchFamily="34" charset="0"/>
              </a:defRPr>
            </a:lvl1pPr>
          </a:lstStyle>
          <a:p>
            <a:r>
              <a:rPr lang="es-ES" dirty="0"/>
              <a:t>Título presentación</a:t>
            </a:r>
          </a:p>
        </p:txBody>
      </p:sp>
      <p:sp>
        <p:nvSpPr>
          <p:cNvPr id="3" name="Marcador de gráfico 2">
            <a:extLst>
              <a:ext uri="{FF2B5EF4-FFF2-40B4-BE49-F238E27FC236}">
                <a16:creationId xmlns:a16="http://schemas.microsoft.com/office/drawing/2014/main" id="{185F0562-4270-2042-B1D5-CAF7DABDD0AF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257464" y="1713870"/>
            <a:ext cx="11705935" cy="4493034"/>
          </a:xfrm>
          <a:prstGeom prst="rect">
            <a:avLst/>
          </a:prstGeom>
        </p:spPr>
        <p:txBody>
          <a:bodyPr/>
          <a:lstStyle>
            <a:lvl1pPr>
              <a:defRPr>
                <a:latin typeface="Visuelt Pro" panose="020B0503040202040104" pitchFamily="34" charset="0"/>
              </a:defRPr>
            </a:lvl1pPr>
          </a:lstStyle>
          <a:p>
            <a:endParaRPr lang="es-ES" dirty="0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7D58DC16-EC79-6440-A94E-67875825DDA3}"/>
              </a:ext>
            </a:extLst>
          </p:cNvPr>
          <p:cNvSpPr txBox="1"/>
          <p:nvPr userDrawn="1"/>
        </p:nvSpPr>
        <p:spPr>
          <a:xfrm>
            <a:off x="10907121" y="6399354"/>
            <a:ext cx="1056278" cy="276999"/>
          </a:xfrm>
          <a:prstGeom prst="rect">
            <a:avLst/>
          </a:prstGeom>
          <a:noFill/>
        </p:spPr>
        <p:txBody>
          <a:bodyPr wrap="square" rtlCol="0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6171A"/>
                </a:solidFill>
                <a:latin typeface="Arial"/>
              </a:rPr>
              <a:t>2026</a:t>
            </a:r>
            <a:endParaRPr lang="es-ES" sz="1200" b="0" i="0" dirty="0">
              <a:solidFill>
                <a:schemeClr val="tx1"/>
              </a:solidFill>
              <a:latin typeface="Visuelt Pro" panose="020B0503040202040104" pitchFamily="34" charset="0"/>
              <a:cs typeface="Arial" panose="020B0604020202020204" pitchFamily="34" charset="0"/>
            </a:endParaRPr>
          </a:p>
        </p:txBody>
      </p:sp>
      <p:sp>
        <p:nvSpPr>
          <p:cNvPr id="17" name="Marcador de texto 25">
            <a:extLst>
              <a:ext uri="{FF2B5EF4-FFF2-40B4-BE49-F238E27FC236}">
                <a16:creationId xmlns:a16="http://schemas.microsoft.com/office/drawing/2014/main" id="{034CA42C-4E50-2846-B4B3-FAA21F2D551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7464" y="889157"/>
            <a:ext cx="4743460" cy="52364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100" b="0" i="0">
                <a:solidFill>
                  <a:schemeClr val="bg2"/>
                </a:solidFill>
                <a:latin typeface="Periodico Display" panose="02000504080000020004" pitchFamily="2" charset="77"/>
                <a:cs typeface="Times New Roman" panose="02020603050405020304" pitchFamily="18" charset="0"/>
              </a:defRPr>
            </a:lvl1pPr>
          </a:lstStyle>
          <a:p>
            <a:r>
              <a:rPr lang="es-ES" dirty="0"/>
              <a:t>Título </a:t>
            </a:r>
            <a:r>
              <a:rPr lang="es-ES" dirty="0" err="1"/>
              <a:t>slide</a:t>
            </a:r>
            <a:endParaRPr lang="es-ES" dirty="0"/>
          </a:p>
        </p:txBody>
      </p:sp>
      <p:sp>
        <p:nvSpPr>
          <p:cNvPr id="18" name="Marcador de texto 25">
            <a:extLst>
              <a:ext uri="{FF2B5EF4-FFF2-40B4-BE49-F238E27FC236}">
                <a16:creationId xmlns:a16="http://schemas.microsoft.com/office/drawing/2014/main" id="{4C4C77CA-E7C4-9444-AC8C-2DD9822001C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57464" y="306003"/>
            <a:ext cx="4794905" cy="282083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200" b="0">
                <a:solidFill>
                  <a:schemeClr val="bg2"/>
                </a:solidFill>
                <a:latin typeface="Visuelt Pro" panose="020B0503040202040104" pitchFamily="34" charset="0"/>
              </a:defRPr>
            </a:lvl1pPr>
          </a:lstStyle>
          <a:p>
            <a:r>
              <a:rPr lang="es-ES" dirty="0"/>
              <a:t>00. Título capítulo</a:t>
            </a:r>
          </a:p>
        </p:txBody>
      </p:sp>
    </p:spTree>
    <p:extLst>
      <p:ext uri="{BB962C8B-B14F-4D97-AF65-F5344CB8AC3E}">
        <p14:creationId xmlns:p14="http://schemas.microsoft.com/office/powerpoint/2010/main" val="352201113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eño C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CuadroTexto 43">
            <a:extLst>
              <a:ext uri="{FF2B5EF4-FFF2-40B4-BE49-F238E27FC236}">
                <a16:creationId xmlns:a16="http://schemas.microsoft.com/office/drawing/2014/main" id="{96E9210F-E773-2543-8EEC-1DE0DE394513}"/>
              </a:ext>
            </a:extLst>
          </p:cNvPr>
          <p:cNvSpPr txBox="1"/>
          <p:nvPr userDrawn="1"/>
        </p:nvSpPr>
        <p:spPr>
          <a:xfrm>
            <a:off x="10915587" y="6399354"/>
            <a:ext cx="105627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ES" sz="1200" b="0" i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16/9/20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19516FFB-140D-7F43-8F92-D678D3213C23}"/>
              </a:ext>
            </a:extLst>
          </p:cNvPr>
          <p:cNvSpPr txBox="1"/>
          <p:nvPr userDrawn="1"/>
        </p:nvSpPr>
        <p:spPr>
          <a:xfrm>
            <a:off x="10907121" y="6399354"/>
            <a:ext cx="1056278" cy="276999"/>
          </a:xfrm>
          <a:prstGeom prst="rect">
            <a:avLst/>
          </a:prstGeom>
          <a:noFill/>
        </p:spPr>
        <p:txBody>
          <a:bodyPr wrap="square" rtlCol="0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6171A"/>
                </a:solidFill>
                <a:latin typeface="Arial"/>
              </a:rPr>
              <a:t>2026</a:t>
            </a:r>
            <a:endParaRPr lang="es-ES" sz="1200" b="0" i="0" dirty="0">
              <a:solidFill>
                <a:schemeClr val="tx1"/>
              </a:solidFill>
              <a:latin typeface="Visuelt Pro" panose="020B0503040202040104" pitchFamily="34" charset="0"/>
              <a:cs typeface="Arial" panose="020B0604020202020204" pitchFamily="34" charset="0"/>
            </a:endParaRPr>
          </a:p>
        </p:txBody>
      </p:sp>
      <p:sp>
        <p:nvSpPr>
          <p:cNvPr id="10" name="Marcador de texto 25">
            <a:extLst>
              <a:ext uri="{FF2B5EF4-FFF2-40B4-BE49-F238E27FC236}">
                <a16:creationId xmlns:a16="http://schemas.microsoft.com/office/drawing/2014/main" id="{AC0AA867-10A7-7D46-BF36-E4FF1D09807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57464" y="6399354"/>
            <a:ext cx="4743460" cy="276999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200" b="0">
                <a:solidFill>
                  <a:schemeClr val="tx1"/>
                </a:solidFill>
                <a:latin typeface="Visuelt Pro" panose="020B0503040202040104" pitchFamily="34" charset="0"/>
              </a:defRPr>
            </a:lvl1pPr>
          </a:lstStyle>
          <a:p>
            <a:r>
              <a:rPr lang="es-ES" dirty="0"/>
              <a:t>Título presentación</a:t>
            </a:r>
          </a:p>
        </p:txBody>
      </p:sp>
      <p:sp>
        <p:nvSpPr>
          <p:cNvPr id="11" name="Marcador de texto 25">
            <a:extLst>
              <a:ext uri="{FF2B5EF4-FFF2-40B4-BE49-F238E27FC236}">
                <a16:creationId xmlns:a16="http://schemas.microsoft.com/office/drawing/2014/main" id="{E8BC292C-9D62-CF4E-912D-573826214E8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7464" y="889157"/>
            <a:ext cx="4743460" cy="52364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100" b="0" i="0">
                <a:solidFill>
                  <a:schemeClr val="bg2"/>
                </a:solidFill>
                <a:latin typeface="Periodico Display" panose="02000504080000020004" pitchFamily="2" charset="77"/>
                <a:cs typeface="Times New Roman" panose="02020603050405020304" pitchFamily="18" charset="0"/>
              </a:defRPr>
            </a:lvl1pPr>
          </a:lstStyle>
          <a:p>
            <a:r>
              <a:rPr lang="es-ES" dirty="0"/>
              <a:t>Título </a:t>
            </a:r>
            <a:r>
              <a:rPr lang="es-ES" dirty="0" err="1"/>
              <a:t>slide</a:t>
            </a:r>
            <a:endParaRPr lang="es-ES" dirty="0"/>
          </a:p>
        </p:txBody>
      </p:sp>
      <p:sp>
        <p:nvSpPr>
          <p:cNvPr id="12" name="Marcador de texto 25">
            <a:extLst>
              <a:ext uri="{FF2B5EF4-FFF2-40B4-BE49-F238E27FC236}">
                <a16:creationId xmlns:a16="http://schemas.microsoft.com/office/drawing/2014/main" id="{0C50A9C2-B17E-7B4C-86D3-D8EE0654C9CB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57464" y="306003"/>
            <a:ext cx="4794905" cy="282083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200" b="0">
                <a:solidFill>
                  <a:schemeClr val="bg2"/>
                </a:solidFill>
                <a:latin typeface="Visuelt Pro" panose="020B0503040202040104" pitchFamily="34" charset="0"/>
              </a:defRPr>
            </a:lvl1pPr>
          </a:lstStyle>
          <a:p>
            <a:r>
              <a:rPr lang="es-ES" dirty="0"/>
              <a:t>00. Título capítulo</a:t>
            </a:r>
          </a:p>
        </p:txBody>
      </p:sp>
    </p:spTree>
    <p:extLst>
      <p:ext uri="{BB962C8B-B14F-4D97-AF65-F5344CB8AC3E}">
        <p14:creationId xmlns:p14="http://schemas.microsoft.com/office/powerpoint/2010/main" val="205958722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slideLayout" Target="../slideLayouts/slideLayout4.xml"/><Relationship Id="rId3" Type="http://schemas.openxmlformats.org/officeDocument/2006/relationships/theme" Target="../theme/theme2.xml"/><Relationship Id="rId4" Type="http://schemas.openxmlformats.org/officeDocument/2006/relationships/image" Target="../media/image3.png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slideLayout" Target="../slideLayouts/slideLayout6.xml"/><Relationship Id="rId3" Type="http://schemas.openxmlformats.org/officeDocument/2006/relationships/slideLayout" Target="../slideLayouts/slideLayout7.xml"/><Relationship Id="rId4" Type="http://schemas.openxmlformats.org/officeDocument/2006/relationships/slideLayout" Target="../slideLayouts/slideLayout8.xml"/><Relationship Id="rId5" Type="http://schemas.openxmlformats.org/officeDocument/2006/relationships/slideLayout" Target="../slideLayouts/slideLayout9.xml"/><Relationship Id="rId6" Type="http://schemas.openxmlformats.org/officeDocument/2006/relationships/slideLayout" Target="../slideLayouts/slideLayout10.xml"/><Relationship Id="rId7" Type="http://schemas.openxmlformats.org/officeDocument/2006/relationships/slideLayout" Target="../slideLayouts/slideLayout11.xml"/><Relationship Id="rId8" Type="http://schemas.openxmlformats.org/officeDocument/2006/relationships/theme" Target="../theme/theme3.xml"/></Relationships>
</file>

<file path=ppt/slideMasters/_rels/slideMaster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theme" Target="../theme/theme4.xml"/></Relationships>
</file>

<file path=ppt/slideMasters/_rels/slideMaster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slideLayout" Target="../slideLayouts/slideLayout20.xml"/><Relationship Id="rId3" Type="http://schemas.openxmlformats.org/officeDocument/2006/relationships/slideLayout" Target="../slideLayouts/slideLayout21.xml"/><Relationship Id="rId4" Type="http://schemas.openxmlformats.org/officeDocument/2006/relationships/theme" Target="../theme/theme5.xml"/><Relationship Id="rId5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101523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694" r:id="rId2"/>
  </p:sldLayoutIdLst>
  <p:hf sldNum="0"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arcador de texto 13">
            <a:extLst>
              <a:ext uri="{FF2B5EF4-FFF2-40B4-BE49-F238E27FC236}">
                <a16:creationId xmlns:a16="http://schemas.microsoft.com/office/drawing/2014/main" id="{0747F716-090E-B946-B4CB-5827382B29E0}"/>
              </a:ext>
            </a:extLst>
          </p:cNvPr>
          <p:cNvSpPr txBox="1">
            <a:spLocks/>
          </p:cNvSpPr>
          <p:nvPr userDrawn="1"/>
        </p:nvSpPr>
        <p:spPr>
          <a:xfrm>
            <a:off x="8752475" y="6476458"/>
            <a:ext cx="3139920" cy="151732"/>
          </a:xfrm>
          <a:prstGeom prst="rect">
            <a:avLst/>
          </a:prstGeom>
        </p:spPr>
        <p:txBody>
          <a:bodyPr wrap="square" lIns="0" tIns="0" rIns="0" bIns="0"/>
          <a:lstStyle>
            <a:lvl1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buFontTx/>
              <a:buNone/>
              <a:defRPr sz="1200" b="1" i="0" kern="1200" spc="0" baseline="0">
                <a:solidFill>
                  <a:schemeClr val="accent4"/>
                </a:solidFill>
                <a:latin typeface="FS Pimlico" panose="02000506060000020004" pitchFamily="2" charset="77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s-ES" dirty="0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30ECEC12-63F7-EE49-8F2F-F20D400E7432}"/>
              </a:ext>
            </a:extLst>
          </p:cNvPr>
          <p:cNvSpPr txBox="1"/>
          <p:nvPr userDrawn="1"/>
        </p:nvSpPr>
        <p:spPr>
          <a:xfrm>
            <a:off x="10915587" y="6399354"/>
            <a:ext cx="105627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536E1CEB-2839-3B40-8977-39DC6F2447A7}" type="datetime1">
              <a:rPr lang="es-ES" sz="1200" b="0" i="0" smtClean="0">
                <a:solidFill>
                  <a:schemeClr val="tx1"/>
                </a:solidFill>
                <a:latin typeface="Visuelt Pro" panose="020B0503040202040104" pitchFamily="34" charset="0"/>
                <a:cs typeface="Arial" panose="020B0604020202020204" pitchFamily="34" charset="0"/>
              </a:rPr>
              <a:t>09/03/2022</a:t>
            </a:fld>
            <a:endParaRPr lang="es-ES" sz="1200" b="0" i="0" dirty="0">
              <a:solidFill>
                <a:schemeClr val="tx1"/>
              </a:solidFill>
              <a:latin typeface="Visuelt Pro" panose="020B0503040202040104" pitchFamily="34" charset="0"/>
              <a:cs typeface="Arial" panose="020B0604020202020204" pitchFamily="34" charset="0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054D6626-89B3-4C4C-8784-DAC496715A14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0857743" y="126162"/>
            <a:ext cx="1205070" cy="6025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19652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58" r:id="rId2"/>
  </p:sldLayoutIdLst>
  <p:hf sldNum="0"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617506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81" r:id="rId2"/>
    <p:sldLayoutId id="2147483686" r:id="rId3"/>
    <p:sldLayoutId id="2147483687" r:id="rId4"/>
    <p:sldLayoutId id="2147483714" r:id="rId5"/>
    <p:sldLayoutId id="2147483682" r:id="rId6"/>
    <p:sldLayoutId id="2147483693" r:id="rId7"/>
  </p:sldLayoutIdLst>
  <p:hf sldNum="0"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994566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702" r:id="rId2"/>
    <p:sldLayoutId id="2147483703" r:id="rId3"/>
    <p:sldLayoutId id="2147483704" r:id="rId4"/>
    <p:sldLayoutId id="2147483705" r:id="rId5"/>
    <p:sldLayoutId id="2147483715" r:id="rId6"/>
    <p:sldLayoutId id="2147483716" r:id="rId7"/>
  </p:sldLayoutIdLst>
  <p:hf sldNum="0"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2FBBFDA9-87ED-7D4D-9C52-65C40195819F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0857743" y="126162"/>
            <a:ext cx="1205070" cy="6025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25419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1" r:id="rId1"/>
    <p:sldLayoutId id="2147483712" r:id="rId2"/>
    <p:sldLayoutId id="2147483713" r:id="rId3"/>
  </p:sldLayoutIdLst>
  <p:hf sldNum="0"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1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1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16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17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457200"/>
            <a:ext cx="7086600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4F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640080"/>
            <a:ext cx="530352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E64F12"/>
                </a:solidFill>
                <a:latin typeface="Arial"/>
              </a:rPr>
              <a:t>TRABAJO FIN DE MÁSTER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6446520" cy="8412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16171A"/>
                </a:solidFill>
                <a:latin typeface="Arial"/>
              </a:rPr>
              <a:t>Segmentación de tumores cerebrales
en resonancia magnética multimodal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1737360"/>
            <a:ext cx="6263640" cy="274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16468"/>
                </a:solidFill>
                <a:latin typeface="Arial"/>
              </a:rPr>
              <a:t>mediante arquitecturas Transformer-UNet híbridas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2048256"/>
            <a:ext cx="301752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6171A"/>
                </a:solidFill>
                <a:latin typeface="Arial"/>
              </a:rPr>
              <a:t>Jesús Ferrón Rubio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99232" y="2048256"/>
            <a:ext cx="4114800" cy="24688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16468"/>
                </a:solidFill>
                <a:latin typeface="Arial"/>
              </a:rPr>
              <a:t>Máster Universitario en Big Data y Ciencia de Datos · Curso 2025–2026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10698480" cy="146304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FFFFFF"/>
                </a:solidFill>
                <a:latin typeface="Arial"/>
              </a:rPr>
              <a:t>Directora: Yudith Coromoto Cardinale Villarreal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11712" y="6199632"/>
            <a:ext cx="274320" cy="16459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FFFFFF"/>
                </a:solidFill>
                <a:latin typeface="Arial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8961120" cy="2011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E64F12"/>
                </a:solidFill>
                <a:latin typeface="Arial"/>
              </a:rPr>
              <a:t>MAPA DE LA DEFENSA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0058400" cy="43891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6171A"/>
                </a:solidFill>
                <a:latin typeface="Arial"/>
              </a:rPr>
              <a:t>Cómo se responde a la pregunta del TFM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41832"/>
            <a:ext cx="1024128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16468"/>
                </a:solidFill>
                <a:latin typeface="Arial"/>
              </a:rPr>
              <a:t>BraTS-GLI 2024 · segmentación 3D de gliomas · cuatro secuencias de resonancia magnética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25296"/>
            <a:ext cx="777240" cy="45720"/>
          </a:xfrm>
          <a:prstGeom prst="rect">
            <a:avLst/>
          </a:prstGeom>
          <a:solidFill>
            <a:srgbClr val="E64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627632"/>
            <a:ext cx="3401568" cy="3886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CF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41247" y="1828800"/>
            <a:ext cx="566928" cy="566928"/>
          </a:xfrm>
          <a:prstGeom prst="ellipse">
            <a:avLst/>
          </a:prstGeom>
          <a:solidFill>
            <a:srgbClr val="E64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rial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606040"/>
            <a:ext cx="2834640" cy="39319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6171A"/>
                </a:solidFill>
                <a:latin typeface="Arial"/>
              </a:rPr>
              <a:t>Problema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136392"/>
            <a:ext cx="2880360" cy="16002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20" b="0" i="0">
                <a:solidFill>
                  <a:srgbClr val="616468"/>
                </a:solidFill>
                <a:latin typeface="Arial"/>
              </a:rPr>
              <a:t>T1n, T1c, T2w y FLAIR muestran información complementaria. Hay que combinarlas para delimitar ET, TC y WT.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4965192"/>
            <a:ext cx="1920240" cy="320040"/>
          </a:xfrm>
          <a:prstGeom prst="roundRect">
            <a:avLst/>
          </a:prstGeom>
          <a:solidFill>
            <a:srgbClr val="FDECE8"/>
          </a:solidFill>
          <a:ln w="12700">
            <a:solidFill>
              <a:srgbClr val="FDE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E64F12"/>
                </a:solidFill>
                <a:latin typeface="Arial"/>
              </a:rPr>
              <a:t>ENTRADA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34840" y="1627632"/>
            <a:ext cx="3401568" cy="3886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CF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636008" y="1828800"/>
            <a:ext cx="566928" cy="566928"/>
          </a:xfrm>
          <a:prstGeom prst="ellipse">
            <a:avLst/>
          </a:prstGeom>
          <a:solidFill>
            <a:srgbClr val="E64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rial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2606040"/>
            <a:ext cx="2834640" cy="39319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6171A"/>
                </a:solidFill>
                <a:latin typeface="Arial"/>
              </a:rPr>
              <a:t>Experimento controlado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3136392"/>
            <a:ext cx="2880360" cy="16002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20" b="0" i="0">
                <a:solidFill>
                  <a:srgbClr val="616468"/>
                </a:solidFill>
                <a:latin typeface="Arial"/>
              </a:rPr>
              <a:t>Se mantiene fija la Residual U-Net 3D y solo cambia la fusión: concatenación, peso global o compuerta adaptativa.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663440" y="4965192"/>
            <a:ext cx="1920240" cy="320040"/>
          </a:xfrm>
          <a:prstGeom prst="roundRect">
            <a:avLst/>
          </a:prstGeom>
          <a:solidFill>
            <a:srgbClr val="FDECE8"/>
          </a:solidFill>
          <a:ln w="12700">
            <a:solidFill>
              <a:srgbClr val="FDE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E64F12"/>
                </a:solidFill>
                <a:latin typeface="Arial"/>
              </a:rPr>
              <a:t>COMPARACIÓN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0" y="1627632"/>
            <a:ext cx="3401568" cy="3886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CF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430768" y="1828800"/>
            <a:ext cx="566928" cy="566928"/>
          </a:xfrm>
          <a:prstGeom prst="ellipse">
            <a:avLst/>
          </a:prstGeom>
          <a:solidFill>
            <a:srgbClr val="E64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rial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58200" y="2606040"/>
            <a:ext cx="2834640" cy="39319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6171A"/>
                </a:solidFill>
                <a:latin typeface="Arial"/>
              </a:rPr>
              <a:t>Criterio de respuesta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58200" y="3136392"/>
            <a:ext cx="2880360" cy="16002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20" b="0" i="0">
                <a:solidFill>
                  <a:srgbClr val="616468"/>
                </a:solidFill>
                <a:latin typeface="Arial"/>
              </a:rPr>
              <a:t>Tres semillas y evaluación en test con Dice y HD95: la mejora debe ser medible y consistente, no una corrida aislada.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458200" y="4965192"/>
            <a:ext cx="1920240" cy="320040"/>
          </a:xfrm>
          <a:prstGeom prst="roundRect">
            <a:avLst/>
          </a:prstGeom>
          <a:solidFill>
            <a:srgbClr val="FDECE8"/>
          </a:solidFill>
          <a:ln w="12700">
            <a:solidFill>
              <a:srgbClr val="FDE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E64F12"/>
                </a:solidFill>
                <a:latin typeface="Arial"/>
              </a:rPr>
              <a:t>DECISIÓN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057400" y="5715000"/>
            <a:ext cx="8074152" cy="420624"/>
          </a:xfrm>
          <a:prstGeom prst="roundRect">
            <a:avLst/>
          </a:prstGeom>
          <a:solidFill>
            <a:srgbClr val="E64F12"/>
          </a:solidFill>
          <a:ln w="12700">
            <a:solidFill>
              <a:srgbClr val="E64F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Arial"/>
              </a:rPr>
              <a:t>Recorrido: problema → diseño experimental → resultados → límites y conclusión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411712" y="6199632"/>
            <a:ext cx="274320" cy="16459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616468"/>
                </a:solidFill>
                <a:latin typeface="Arial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8961120" cy="2011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E64F12"/>
                </a:solidFill>
                <a:latin typeface="Arial"/>
              </a:rPr>
              <a:t>01 · PROBLEMA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0058400" cy="43891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6171A"/>
                </a:solidFill>
                <a:latin typeface="Arial"/>
              </a:rPr>
              <a:t>Delimitar un glioma es una tarea tridimensional y multimodal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25296"/>
            <a:ext cx="777240" cy="45720"/>
          </a:xfrm>
          <a:prstGeom prst="rect">
            <a:avLst/>
          </a:prstGeom>
          <a:solidFill>
            <a:srgbClr val="E64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4892040" y="1874519"/>
            <a:ext cx="2331720" cy="2331720"/>
          </a:xfrm>
          <a:prstGeom prst="ellipse">
            <a:avLst/>
          </a:prstGeom>
          <a:solidFill>
            <a:srgbClr val="E64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FFFFFF"/>
                </a:solidFill>
                <a:latin typeface="Arial"/>
              </a:rPr>
              <a:t>3D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663440" y="4343400"/>
            <a:ext cx="2788920" cy="256032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6171A"/>
                </a:solidFill>
                <a:latin typeface="Arial"/>
              </a:rPr>
              <a:t>Volumen completo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691640"/>
            <a:ext cx="324612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59" y="1819656"/>
            <a:ext cx="283464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E64F12"/>
                </a:solidFill>
                <a:latin typeface="Arial"/>
              </a:rPr>
              <a:t>MANUAL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2121408"/>
            <a:ext cx="2834640" cy="56692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0" b="0" i="0">
                <a:solidFill>
                  <a:srgbClr val="16171A"/>
                </a:solidFill>
                <a:latin typeface="Arial"/>
              </a:rPr>
              <a:t>Lenta, experta y sujeta a variabilidad entre observadores.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302752" y="1691640"/>
            <a:ext cx="324612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67344" y="1819656"/>
            <a:ext cx="283464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E64F12"/>
                </a:solidFill>
                <a:latin typeface="Arial"/>
              </a:rPr>
              <a:t>HETEROGÉNEA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67344" y="2121408"/>
            <a:ext cx="2834640" cy="56692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0" b="0" i="0">
                <a:solidFill>
                  <a:srgbClr val="16171A"/>
                </a:solidFill>
                <a:latin typeface="Arial"/>
              </a:rPr>
              <a:t>Los límites y la señal cambian entre subregiones y estudios.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4370832"/>
            <a:ext cx="324612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59" y="4498848"/>
            <a:ext cx="283464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E64F12"/>
                </a:solidFill>
                <a:latin typeface="Arial"/>
              </a:rPr>
              <a:t>MULTIMODAL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59" y="4800600"/>
            <a:ext cx="2834640" cy="56692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0" b="0" i="0">
                <a:solidFill>
                  <a:srgbClr val="16171A"/>
                </a:solidFill>
                <a:latin typeface="Arial"/>
              </a:rPr>
              <a:t>Ninguna secuencia resume por sí sola toda la lesión.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302752" y="4370832"/>
            <a:ext cx="324612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67344" y="4498848"/>
            <a:ext cx="283464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E64F12"/>
                </a:solidFill>
                <a:latin typeface="Arial"/>
              </a:rPr>
              <a:t>GENERALIZACIÓN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67344" y="4800600"/>
            <a:ext cx="2834640" cy="56692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0" b="0" i="0">
                <a:solidFill>
                  <a:srgbClr val="16171A"/>
                </a:solidFill>
                <a:latin typeface="Arial"/>
              </a:rPr>
              <a:t>El rendimiento puede caer entre centros, protocolos y poblaciones.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473952"/>
            <a:ext cx="10698480" cy="146304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616468"/>
                </a:solidFill>
                <a:latin typeface="Arial"/>
              </a:rPr>
              <a:t>Contexto: Langen et al. (2017); Kouli et al. (2022); Khalighi et al. (2024)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11712" y="6199632"/>
            <a:ext cx="274320" cy="16459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616468"/>
                </a:solidFill>
                <a:latin typeface="Arial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8961120" cy="2011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E64F12"/>
                </a:solidFill>
                <a:latin typeface="Arial"/>
              </a:rPr>
              <a:t>01 · PROBLEMA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0058400" cy="43891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6171A"/>
                </a:solidFill>
                <a:latin typeface="Arial"/>
              </a:rPr>
              <a:t>Cuatro secuencias de entrada; tres regiones anidadas de salida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25296"/>
            <a:ext cx="777240" cy="45720"/>
          </a:xfrm>
          <a:prstGeom prst="rect">
            <a:avLst/>
          </a:prstGeom>
          <a:solidFill>
            <a:srgbClr val="E64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627632"/>
            <a:ext cx="2487168" cy="12252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4F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94944" y="1810512"/>
            <a:ext cx="658368" cy="658368"/>
          </a:xfrm>
          <a:prstGeom prst="ellipse">
            <a:avLst/>
          </a:prstGeom>
          <a:solidFill>
            <a:srgbClr val="E64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rial"/>
              </a:rPr>
              <a:t>T1n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1865376"/>
            <a:ext cx="1353312" cy="5029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1" i="0">
                <a:solidFill>
                  <a:srgbClr val="16171A"/>
                </a:solidFill>
                <a:latin typeface="Arial"/>
              </a:rPr>
              <a:t>Referencia anatómica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37560" y="1627632"/>
            <a:ext cx="2487168" cy="12252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B72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3483864" y="1810512"/>
            <a:ext cx="658368" cy="658368"/>
          </a:xfrm>
          <a:prstGeom prst="ellipse">
            <a:avLst/>
          </a:prstGeom>
          <a:solidFill>
            <a:srgbClr val="EB72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rial"/>
              </a:rPr>
              <a:t>T1c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51960" y="1865376"/>
            <a:ext cx="1353312" cy="5029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1" i="0">
                <a:solidFill>
                  <a:srgbClr val="16171A"/>
                </a:solidFill>
                <a:latin typeface="Arial"/>
              </a:rPr>
              <a:t>Realce tras contraste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79" y="1627632"/>
            <a:ext cx="2487168" cy="12252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196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272783" y="1810512"/>
            <a:ext cx="658368" cy="658368"/>
          </a:xfrm>
          <a:prstGeom prst="ellipse">
            <a:avLst/>
          </a:prstGeom>
          <a:solidFill>
            <a:srgbClr val="F196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rial"/>
              </a:rPr>
              <a:t>T2w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0879" y="1865376"/>
            <a:ext cx="1353312" cy="5029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1" i="0">
                <a:solidFill>
                  <a:srgbClr val="16171A"/>
                </a:solidFill>
                <a:latin typeface="Arial"/>
              </a:rPr>
              <a:t>Contenido de agua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15399" y="1627632"/>
            <a:ext cx="2487168" cy="12252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5B8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061703" y="1810512"/>
            <a:ext cx="658368" cy="658368"/>
          </a:xfrm>
          <a:prstGeom prst="ellipse">
            <a:avLst/>
          </a:prstGeom>
          <a:solidFill>
            <a:srgbClr val="F5B8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rial"/>
              </a:rPr>
              <a:t>FLAIR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29799" y="1865376"/>
            <a:ext cx="1353312" cy="5029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1" i="0">
                <a:solidFill>
                  <a:srgbClr val="16171A"/>
                </a:solidFill>
                <a:latin typeface="Arial"/>
              </a:rPr>
              <a:t>Componente periférico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15968" y="3154680"/>
            <a:ext cx="3566160" cy="32004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E64F12"/>
                </a:solidFill>
                <a:latin typeface="Arial"/>
              </a:rPr>
              <a:t>Fusión multimodal</a:t>
            </a:r>
          </a:p>
        </p:txBody>
      </p:sp>
      <p:sp>
        <p:nvSpPr>
          <p:cNvPr id="18" name="Chevron 17"/>
          <p:cNvSpPr/>
          <p:nvPr/>
        </p:nvSpPr>
        <p:spPr>
          <a:xfrm>
            <a:off x="5102352" y="3575304"/>
            <a:ext cx="384048" cy="438912"/>
          </a:xfrm>
          <a:prstGeom prst="chevron">
            <a:avLst/>
          </a:prstGeom>
          <a:solidFill>
            <a:srgbClr val="E64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Chevron 18"/>
          <p:cNvSpPr/>
          <p:nvPr/>
        </p:nvSpPr>
        <p:spPr>
          <a:xfrm>
            <a:off x="5760720" y="3575304"/>
            <a:ext cx="384048" cy="438912"/>
          </a:xfrm>
          <a:prstGeom prst="chevron">
            <a:avLst/>
          </a:prstGeom>
          <a:solidFill>
            <a:srgbClr val="E64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Chevron 19"/>
          <p:cNvSpPr/>
          <p:nvPr/>
        </p:nvSpPr>
        <p:spPr>
          <a:xfrm>
            <a:off x="6419088" y="3575304"/>
            <a:ext cx="384048" cy="438912"/>
          </a:xfrm>
          <a:prstGeom prst="chevron">
            <a:avLst/>
          </a:prstGeom>
          <a:solidFill>
            <a:srgbClr val="E64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1133856" y="4251960"/>
            <a:ext cx="3246120" cy="1261872"/>
          </a:xfrm>
          <a:prstGeom prst="roundRect">
            <a:avLst/>
          </a:prstGeom>
          <a:solidFill>
            <a:srgbClr val="FDECE8"/>
          </a:solidFill>
          <a:ln w="12700">
            <a:solidFill>
              <a:srgbClr val="E64F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298448" y="4507992"/>
            <a:ext cx="658368" cy="658368"/>
          </a:xfrm>
          <a:prstGeom prst="ellipse">
            <a:avLst/>
          </a:prstGeom>
          <a:solidFill>
            <a:srgbClr val="E64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Arial"/>
              </a:rPr>
              <a:t>ET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93976" y="4425696"/>
            <a:ext cx="1965960" cy="274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6171A"/>
                </a:solidFill>
                <a:latin typeface="Arial"/>
              </a:rPr>
              <a:t>Tumor realzante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93976" y="4782312"/>
            <a:ext cx="1965960" cy="237744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 i="0">
                <a:solidFill>
                  <a:srgbClr val="616468"/>
                </a:solidFill>
                <a:latin typeface="Arial"/>
              </a:rPr>
              <a:t>Etiquetas BraTS {3}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864608" y="4251960"/>
            <a:ext cx="3246120" cy="1261872"/>
          </a:xfrm>
          <a:prstGeom prst="roundRect">
            <a:avLst/>
          </a:prstGeom>
          <a:solidFill>
            <a:srgbClr val="FDECE8"/>
          </a:solidFill>
          <a:ln w="12700">
            <a:solidFill>
              <a:srgbClr val="EB72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5029200" y="4507992"/>
            <a:ext cx="658368" cy="658368"/>
          </a:xfrm>
          <a:prstGeom prst="ellipse">
            <a:avLst/>
          </a:prstGeom>
          <a:solidFill>
            <a:srgbClr val="EB72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Arial"/>
              </a:rPr>
              <a:t>TC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24728" y="4425696"/>
            <a:ext cx="1965960" cy="274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6171A"/>
                </a:solidFill>
                <a:latin typeface="Arial"/>
              </a:rPr>
              <a:t>Núcleo tumoral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824728" y="4782312"/>
            <a:ext cx="1965960" cy="237744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 i="0">
                <a:solidFill>
                  <a:srgbClr val="616468"/>
                </a:solidFill>
                <a:latin typeface="Arial"/>
              </a:rPr>
              <a:t>Etiquetas BraTS {1, 3, 4}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595360" y="4251960"/>
            <a:ext cx="3246120" cy="1261872"/>
          </a:xfrm>
          <a:prstGeom prst="roundRect">
            <a:avLst/>
          </a:prstGeom>
          <a:solidFill>
            <a:srgbClr val="FDECE8"/>
          </a:solidFill>
          <a:ln w="12700">
            <a:solidFill>
              <a:srgbClr val="F196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759952" y="4507992"/>
            <a:ext cx="658368" cy="658368"/>
          </a:xfrm>
          <a:prstGeom prst="ellipse">
            <a:avLst/>
          </a:prstGeom>
          <a:solidFill>
            <a:srgbClr val="F196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Arial"/>
              </a:rPr>
              <a:t>WT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555480" y="4425696"/>
            <a:ext cx="1965960" cy="274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6171A"/>
                </a:solidFill>
                <a:latin typeface="Arial"/>
              </a:rPr>
              <a:t>Tumor completo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555480" y="4782312"/>
            <a:ext cx="1965960" cy="237744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 i="0">
                <a:solidFill>
                  <a:srgbClr val="616468"/>
                </a:solidFill>
                <a:latin typeface="Arial"/>
              </a:rPr>
              <a:t>Etiquetas BraTS {1, 2, 3, 4}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919472" y="5779008"/>
            <a:ext cx="2377440" cy="27432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6243A"/>
                </a:solidFill>
                <a:latin typeface="Arial"/>
              </a:rPr>
              <a:t>ET ⊂ TC ⊂ WT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2920" y="6473952"/>
            <a:ext cx="10698480" cy="146304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616468"/>
                </a:solidFill>
                <a:latin typeface="Arial"/>
              </a:rPr>
              <a:t>Convención regional de BraTS-GLI 2024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411712" y="6199632"/>
            <a:ext cx="274320" cy="16459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616468"/>
                </a:solidFill>
                <a:latin typeface="Arial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548640"/>
            <a:ext cx="4572000" cy="274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Arial"/>
              </a:rPr>
              <a:t>PREGUNTA DE INVESTIGACIÓN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17320"/>
            <a:ext cx="10698480" cy="210312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Arial"/>
              </a:rPr>
              <a:t>¿Puede una ponderación explícita y ligera de las modalidades mejorar de forma consistente la segmentación 3D frente a la concatenación?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74519" y="3822191"/>
            <a:ext cx="8458200" cy="41148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FFFFFF"/>
                </a:solidFill>
                <a:latin typeface="Arial"/>
              </a:rPr>
              <a:t>Manteniendo fija la Residual U-Net 3D y un coste computacional asumible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127248" y="4645152"/>
            <a:ext cx="594360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E64F12"/>
                </a:solidFill>
                <a:latin typeface="Arial"/>
              </a:rPr>
              <a:t>Hipótesis: la adaptación por entrada aportará una mejora reproducible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11712" y="6199632"/>
            <a:ext cx="274320" cy="16459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FFFFFF"/>
                </a:solidFill>
                <a:latin typeface="Arial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8961120" cy="2011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E64F12"/>
                </a:solidFill>
                <a:latin typeface="Arial"/>
              </a:rPr>
              <a:t>02 · DISEÑO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0058400" cy="43891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6171A"/>
                </a:solidFill>
                <a:latin typeface="Arial"/>
              </a:rPr>
              <a:t>Un experimento de ablación: una variable cambia y el resto se congela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25296"/>
            <a:ext cx="777240" cy="45720"/>
          </a:xfrm>
          <a:prstGeom prst="rect">
            <a:avLst/>
          </a:prstGeom>
          <a:solidFill>
            <a:srgbClr val="E64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498848" y="2084831"/>
            <a:ext cx="3520440" cy="347472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Arial"/>
              </a:rPr>
              <a:t>SOLO CAMBIA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24528" y="2514600"/>
            <a:ext cx="4069080" cy="713232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Arial"/>
              </a:rPr>
              <a:t>LA FUSIÓN</a:t>
            </a:r>
          </a:p>
        </p:txBody>
      </p:sp>
      <p:sp>
        <p:nvSpPr>
          <p:cNvPr id="7" name="Oval 6"/>
          <p:cNvSpPr/>
          <p:nvPr/>
        </p:nvSpPr>
        <p:spPr>
          <a:xfrm>
            <a:off x="658368" y="1554480"/>
            <a:ext cx="493776" cy="493776"/>
          </a:xfrm>
          <a:prstGeom prst="ellipse">
            <a:avLst/>
          </a:prstGeom>
          <a:solidFill>
            <a:srgbClr val="E64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Arial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1545336"/>
            <a:ext cx="2423160" cy="25603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6171A"/>
                </a:solidFill>
                <a:latin typeface="Arial"/>
              </a:rPr>
              <a:t>Residual U-Net 3D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1856231"/>
            <a:ext cx="2331720" cy="219456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16468"/>
                </a:solidFill>
                <a:latin typeface="Arial"/>
              </a:rPr>
              <a:t>≈1,19 M parámetros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905256" y="2057400"/>
            <a:ext cx="0" cy="484632"/>
          </a:xfrm>
          <a:prstGeom prst="line">
            <a:avLst/>
          </a:prstGeom>
          <a:ln>
            <a:solidFill>
              <a:srgbClr val="CDCF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658368" y="2578608"/>
            <a:ext cx="493776" cy="493776"/>
          </a:xfrm>
          <a:prstGeom prst="ellipse">
            <a:avLst/>
          </a:prstGeom>
          <a:solidFill>
            <a:srgbClr val="E64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Arial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2569464"/>
            <a:ext cx="2423160" cy="25603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6171A"/>
                </a:solidFill>
                <a:latin typeface="Arial"/>
              </a:rPr>
              <a:t>Datos y particiones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25880" y="2880360"/>
            <a:ext cx="2331720" cy="219456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16468"/>
                </a:solidFill>
                <a:latin typeface="Arial"/>
              </a:rPr>
              <a:t>Mismo train / val / test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905256" y="3081528"/>
            <a:ext cx="0" cy="484632"/>
          </a:xfrm>
          <a:prstGeom prst="line">
            <a:avLst/>
          </a:prstGeom>
          <a:ln>
            <a:solidFill>
              <a:srgbClr val="CDCF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658368" y="3602736"/>
            <a:ext cx="493776" cy="493776"/>
          </a:xfrm>
          <a:prstGeom prst="ellipse">
            <a:avLst/>
          </a:prstGeom>
          <a:solidFill>
            <a:srgbClr val="E64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Arial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3593592"/>
            <a:ext cx="2423160" cy="25603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6171A"/>
                </a:solidFill>
                <a:latin typeface="Arial"/>
              </a:rPr>
              <a:t>Entrenamiento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25880" y="3904488"/>
            <a:ext cx="2331720" cy="219456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16468"/>
                </a:solidFill>
                <a:latin typeface="Arial"/>
              </a:rPr>
              <a:t>15.000 pasos · misma pérdida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905256" y="4105656"/>
            <a:ext cx="0" cy="484632"/>
          </a:xfrm>
          <a:prstGeom prst="line">
            <a:avLst/>
          </a:prstGeom>
          <a:ln>
            <a:solidFill>
              <a:srgbClr val="CDCF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Oval 18"/>
          <p:cNvSpPr/>
          <p:nvPr/>
        </p:nvSpPr>
        <p:spPr>
          <a:xfrm>
            <a:off x="658368" y="4626864"/>
            <a:ext cx="493776" cy="493776"/>
          </a:xfrm>
          <a:prstGeom prst="ellipse">
            <a:avLst/>
          </a:prstGeom>
          <a:solidFill>
            <a:srgbClr val="E64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Arial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4617720"/>
            <a:ext cx="2423160" cy="25603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6171A"/>
                </a:solidFill>
                <a:latin typeface="Arial"/>
              </a:rPr>
              <a:t>Evaluación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25880" y="4928616"/>
            <a:ext cx="2331720" cy="219456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16468"/>
                </a:solidFill>
                <a:latin typeface="Arial"/>
              </a:rPr>
              <a:t>Dice y HD95 en 243 estudios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72200" y="4846320"/>
            <a:ext cx="475488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4F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6171A"/>
                </a:solidFill>
                <a:latin typeface="Arial"/>
              </a:rPr>
              <a:t>4 estrategias × 3 semillas = 12 entrenamientos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411712" y="6199632"/>
            <a:ext cx="274320" cy="16459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616468"/>
                </a:solidFill>
                <a:latin typeface="Arial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8961120" cy="2011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E64F12"/>
                </a:solidFill>
                <a:latin typeface="Arial"/>
              </a:rPr>
              <a:t>02 · DISEÑO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0058400" cy="43891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6171A"/>
                </a:solidFill>
                <a:latin typeface="Arial"/>
              </a:rPr>
              <a:t>BraTS-GLI 2024: control de calidad y particiones reproducibles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25296"/>
            <a:ext cx="777240" cy="45720"/>
          </a:xfrm>
          <a:prstGeom prst="rect">
            <a:avLst/>
          </a:prstGeom>
          <a:solidFill>
            <a:srgbClr val="E64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36192"/>
            <a:ext cx="2834640" cy="6583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E64F12"/>
                </a:solidFill>
                <a:latin typeface="Arial"/>
              </a:rPr>
              <a:t>1.621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2167128"/>
            <a:ext cx="3108960" cy="62179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6171A"/>
                </a:solidFill>
                <a:latin typeface="Arial"/>
              </a:rPr>
              <a:t>estudios post-tratamiento con 4 modalidades y máscara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3017520"/>
            <a:ext cx="3273552" cy="1078992"/>
          </a:xfrm>
          <a:prstGeom prst="roundRect">
            <a:avLst/>
          </a:prstGeom>
          <a:solidFill>
            <a:srgbClr val="FDECE8"/>
          </a:solidFill>
          <a:ln w="12700">
            <a:solidFill>
              <a:srgbClr val="FDE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3218688"/>
            <a:ext cx="2724912" cy="25603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2E7D32"/>
                </a:solidFill>
                <a:latin typeface="Arial"/>
              </a:rPr>
              <a:t>QC: 1.621 / 1.621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3575304"/>
            <a:ext cx="2724912" cy="274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16468"/>
                </a:solidFill>
                <a:latin typeface="Arial"/>
              </a:rPr>
              <a:t>modalidades, geometría, afín y etiquetas válidas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07408" y="1965960"/>
            <a:ext cx="4640579" cy="658368"/>
          </a:xfrm>
          <a:prstGeom prst="rect">
            <a:avLst/>
          </a:prstGeom>
          <a:solidFill>
            <a:srgbClr val="E64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Arial"/>
              </a:rPr>
              <a:t>TRAIN
1.135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047988" y="1965960"/>
            <a:ext cx="994409" cy="658368"/>
          </a:xfrm>
          <a:prstGeom prst="rect">
            <a:avLst/>
          </a:prstGeom>
          <a:solidFill>
            <a:srgbClr val="F196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Arial"/>
              </a:rPr>
              <a:t>VAL
243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042398" y="1965960"/>
            <a:ext cx="994409" cy="658368"/>
          </a:xfrm>
          <a:prstGeom prst="rect">
            <a:avLst/>
          </a:prstGeom>
          <a:solidFill>
            <a:srgbClr val="CDCF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6171A"/>
                </a:solidFill>
                <a:latin typeface="Arial"/>
              </a:rPr>
              <a:t>TEST
243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43984" y="1627632"/>
            <a:ext cx="4549140" cy="22860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E64F12"/>
                </a:solidFill>
                <a:latin typeface="Arial"/>
              </a:rPr>
              <a:t>70 %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47988" y="1627632"/>
            <a:ext cx="994409" cy="22860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19672"/>
                </a:solidFill>
                <a:latin typeface="Arial"/>
              </a:rPr>
              <a:t>15 %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42398" y="1627632"/>
            <a:ext cx="994409" cy="22860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16468"/>
                </a:solidFill>
                <a:latin typeface="Arial"/>
              </a:rPr>
              <a:t>15 %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25696" y="3108960"/>
            <a:ext cx="1920240" cy="274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6171A"/>
                </a:solidFill>
                <a:latin typeface="Arial"/>
              </a:rPr>
              <a:t>Estratificación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407408" y="3520440"/>
            <a:ext cx="1755648" cy="475488"/>
          </a:xfrm>
          <a:prstGeom prst="roundRect">
            <a:avLst/>
          </a:prstGeom>
          <a:solidFill>
            <a:srgbClr val="F3F3F2"/>
          </a:solidFill>
          <a:ln w="12700">
            <a:solidFill>
              <a:srgbClr val="CDCF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6171A"/>
                </a:solidFill>
                <a:latin typeface="Arial"/>
              </a:rPr>
              <a:t>origen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0" y="3520440"/>
            <a:ext cx="1755648" cy="475488"/>
          </a:xfrm>
          <a:prstGeom prst="roundRect">
            <a:avLst/>
          </a:prstGeom>
          <a:solidFill>
            <a:srgbClr val="F3F3F2"/>
          </a:solidFill>
          <a:ln w="12700">
            <a:solidFill>
              <a:srgbClr val="CDCF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6171A"/>
                </a:solidFill>
                <a:latin typeface="Arial"/>
              </a:rPr>
              <a:t>presencia de ET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394192" y="3520440"/>
            <a:ext cx="1755648" cy="475488"/>
          </a:xfrm>
          <a:prstGeom prst="roundRect">
            <a:avLst/>
          </a:prstGeom>
          <a:solidFill>
            <a:srgbClr val="F3F3F2"/>
          </a:solidFill>
          <a:ln w="12700">
            <a:solidFill>
              <a:srgbClr val="CDCF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6171A"/>
                </a:solidFill>
                <a:latin typeface="Arial"/>
              </a:rPr>
              <a:t>cuartil de WT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407408" y="4443984"/>
            <a:ext cx="6629400" cy="10241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6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617720" y="4617720"/>
            <a:ext cx="150876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B62418"/>
                </a:solidFill>
                <a:latin typeface="Arial"/>
              </a:rPr>
              <a:t>LÍMITE DE VALIDEZ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08192" y="4581144"/>
            <a:ext cx="4636008" cy="585216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6171A"/>
                </a:solidFill>
                <a:latin typeface="Arial"/>
              </a:rPr>
              <a:t>La separación es por estudio, no por paciente: el test compara configuraciones, pero no estima de forma independiente la generalización a sujetos nuevos.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473952"/>
            <a:ext cx="10698480" cy="146304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616468"/>
                </a:solidFill>
                <a:latin typeface="Arial"/>
              </a:rPr>
              <a:t>Fuente: outputs/qc/brats_gli_2024_qc_summary.json y manifiesto de particiones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11712" y="6199632"/>
            <a:ext cx="274320" cy="16459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616468"/>
                </a:solidFill>
                <a:latin typeface="Arial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8961120" cy="2011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E64F12"/>
                </a:solidFill>
                <a:latin typeface="Arial"/>
              </a:rPr>
              <a:t>03 · IMPLEMENTACIÓN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0058400" cy="43891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6171A"/>
                </a:solidFill>
                <a:latin typeface="Arial"/>
              </a:rPr>
              <a:t>Un flujo común de datos, predicción y evaluación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25296"/>
            <a:ext cx="777240" cy="45720"/>
          </a:xfrm>
          <a:prstGeom prst="rect">
            <a:avLst/>
          </a:prstGeom>
          <a:solidFill>
            <a:srgbClr val="E64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fig_pipeline_fluj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2009" y="1344168"/>
            <a:ext cx="7605517" cy="489204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48640" y="1618488"/>
            <a:ext cx="1298448" cy="1033271"/>
          </a:xfrm>
          <a:prstGeom prst="roundRect">
            <a:avLst/>
          </a:prstGeom>
          <a:solidFill>
            <a:srgbClr val="FDECE8"/>
          </a:solidFill>
          <a:ln w="12700">
            <a:solidFill>
              <a:srgbClr val="FDE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E64F12"/>
                </a:solidFill>
                <a:latin typeface="Arial"/>
              </a:rPr>
              <a:t>YAML
versionados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852928"/>
            <a:ext cx="1298448" cy="1033271"/>
          </a:xfrm>
          <a:prstGeom prst="roundRect">
            <a:avLst/>
          </a:prstGeom>
          <a:solidFill>
            <a:srgbClr val="FDECE8"/>
          </a:solidFill>
          <a:ln w="12700">
            <a:solidFill>
              <a:srgbClr val="FDE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E64F12"/>
                </a:solidFill>
                <a:latin typeface="Arial"/>
              </a:rPr>
              <a:t>CLI
5 comandos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4087368"/>
            <a:ext cx="1298448" cy="1033271"/>
          </a:xfrm>
          <a:prstGeom prst="roundRect">
            <a:avLst/>
          </a:prstGeom>
          <a:solidFill>
            <a:srgbClr val="FDECE8"/>
          </a:solidFill>
          <a:ln w="12700">
            <a:solidFill>
              <a:srgbClr val="FDE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E64F12"/>
                </a:solidFill>
                <a:latin typeface="Arial"/>
              </a:rPr>
              <a:t>Artefactos
trazables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10698480" cy="146304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616468"/>
                </a:solidFill>
                <a:latin typeface="Arial"/>
              </a:rPr>
              <a:t>Fuente: Figura 1 de la memoria · implementación en tfm_brats/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11712" y="6199632"/>
            <a:ext cx="274320" cy="16459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616468"/>
                </a:solidFill>
                <a:latin typeface="Arial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8961120" cy="2011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E64F12"/>
                </a:solidFill>
                <a:latin typeface="Arial"/>
              </a:rPr>
              <a:t>03 · IMPLEMENTACIÓN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0058400" cy="43891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6171A"/>
                </a:solidFill>
                <a:latin typeface="Arial"/>
              </a:rPr>
              <a:t>Cuatro estrategias de fusión antes del mismo codificador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25296"/>
            <a:ext cx="777240" cy="45720"/>
          </a:xfrm>
          <a:prstGeom prst="rect">
            <a:avLst/>
          </a:prstGeom>
          <a:solidFill>
            <a:srgbClr val="E64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fig_arquitectura_fus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1300" y="1325880"/>
            <a:ext cx="6644640" cy="498348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02920" y="1920240"/>
            <a:ext cx="118872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4F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6171A"/>
                </a:solidFill>
                <a:latin typeface="Arial"/>
              </a:rPr>
              <a:t>0
parámetros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3017520"/>
            <a:ext cx="118872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B72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6171A"/>
                </a:solidFill>
                <a:latin typeface="Arial"/>
              </a:rPr>
              <a:t>+4
parámetros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561320" y="1920240"/>
            <a:ext cx="1115568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196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6171A"/>
                </a:solidFill>
                <a:latin typeface="Arial"/>
              </a:rPr>
              <a:t>+76
parámetros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561320" y="3017520"/>
            <a:ext cx="1115568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5B8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6171A"/>
                </a:solidFill>
                <a:latin typeface="Arial"/>
              </a:rPr>
              <a:t>+108
parámetros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73952"/>
            <a:ext cx="10698480" cy="146304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616468"/>
                </a:solidFill>
                <a:latin typeface="Arial"/>
              </a:rPr>
              <a:t>Fuente: Figura 2 de la memoria · configuración final de FusionUNet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11712" y="6199632"/>
            <a:ext cx="274320" cy="16459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616468"/>
                </a:solidFill>
                <a:latin typeface="Arial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8961120" cy="2011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E64F12"/>
                </a:solidFill>
                <a:latin typeface="Arial"/>
              </a:rPr>
              <a:t>04 · EVALUACIÓN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0058400" cy="43891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6171A"/>
                </a:solidFill>
                <a:latin typeface="Arial"/>
              </a:rPr>
              <a:t>Protocolo común: repetir, congelar y medir por región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25296"/>
            <a:ext cx="777240" cy="45720"/>
          </a:xfrm>
          <a:prstGeom prst="rect">
            <a:avLst/>
          </a:prstGeom>
          <a:solidFill>
            <a:srgbClr val="E64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94360" y="1508760"/>
            <a:ext cx="502920" cy="502920"/>
          </a:xfrm>
          <a:prstGeom prst="ellipse">
            <a:avLst/>
          </a:prstGeom>
          <a:solidFill>
            <a:srgbClr val="E64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Arial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98448" y="1499616"/>
            <a:ext cx="1828800" cy="25603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6171A"/>
                </a:solidFill>
                <a:latin typeface="Arial"/>
              </a:rPr>
              <a:t>Entrenar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07792" y="1508760"/>
            <a:ext cx="2788920" cy="283464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16468"/>
                </a:solidFill>
                <a:latin typeface="Arial"/>
              </a:rPr>
              <a:t>15.000 pasos por semilla</a:t>
            </a:r>
          </a:p>
        </p:txBody>
      </p:sp>
      <p:sp>
        <p:nvSpPr>
          <p:cNvPr id="8" name="Chevron 7"/>
          <p:cNvSpPr/>
          <p:nvPr/>
        </p:nvSpPr>
        <p:spPr>
          <a:xfrm>
            <a:off x="722376" y="2103120"/>
            <a:ext cx="256032" cy="274320"/>
          </a:xfrm>
          <a:prstGeom prst="chevron">
            <a:avLst/>
          </a:prstGeom>
          <a:solidFill>
            <a:srgbClr val="CDCF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594360" y="2496312"/>
            <a:ext cx="502920" cy="502920"/>
          </a:xfrm>
          <a:prstGeom prst="ellipse">
            <a:avLst/>
          </a:prstGeom>
          <a:solidFill>
            <a:srgbClr val="E64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Arial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8448" y="2487168"/>
            <a:ext cx="1828800" cy="25603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6171A"/>
                </a:solidFill>
                <a:latin typeface="Arial"/>
              </a:rPr>
              <a:t>Seleccionar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07792" y="2496312"/>
            <a:ext cx="2788920" cy="283464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16468"/>
                </a:solidFill>
                <a:latin typeface="Arial"/>
              </a:rPr>
              <a:t>mejor checkpoint con validación</a:t>
            </a:r>
          </a:p>
        </p:txBody>
      </p:sp>
      <p:sp>
        <p:nvSpPr>
          <p:cNvPr id="12" name="Chevron 11"/>
          <p:cNvSpPr/>
          <p:nvPr/>
        </p:nvSpPr>
        <p:spPr>
          <a:xfrm>
            <a:off x="722376" y="3090672"/>
            <a:ext cx="256032" cy="274320"/>
          </a:xfrm>
          <a:prstGeom prst="chevron">
            <a:avLst/>
          </a:prstGeom>
          <a:solidFill>
            <a:srgbClr val="CDCF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594360" y="3483864"/>
            <a:ext cx="502920" cy="502920"/>
          </a:xfrm>
          <a:prstGeom prst="ellipse">
            <a:avLst/>
          </a:prstGeom>
          <a:solidFill>
            <a:srgbClr val="E64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Arial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98448" y="3474720"/>
            <a:ext cx="1828800" cy="25603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6171A"/>
                </a:solidFill>
                <a:latin typeface="Arial"/>
              </a:rPr>
              <a:t>Congelar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07792" y="3483864"/>
            <a:ext cx="2788920" cy="283464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16468"/>
                </a:solidFill>
                <a:latin typeface="Arial"/>
              </a:rPr>
              <a:t>test no interviene en la selección</a:t>
            </a:r>
          </a:p>
        </p:txBody>
      </p:sp>
      <p:sp>
        <p:nvSpPr>
          <p:cNvPr id="16" name="Chevron 15"/>
          <p:cNvSpPr/>
          <p:nvPr/>
        </p:nvSpPr>
        <p:spPr>
          <a:xfrm>
            <a:off x="722376" y="4078224"/>
            <a:ext cx="256032" cy="274320"/>
          </a:xfrm>
          <a:prstGeom prst="chevron">
            <a:avLst/>
          </a:prstGeom>
          <a:solidFill>
            <a:srgbClr val="CDCF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94360" y="4471416"/>
            <a:ext cx="502920" cy="502920"/>
          </a:xfrm>
          <a:prstGeom prst="ellipse">
            <a:avLst/>
          </a:prstGeom>
          <a:solidFill>
            <a:srgbClr val="E64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Arial"/>
              </a:rP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98448" y="4462272"/>
            <a:ext cx="1828800" cy="25603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6171A"/>
                </a:solidFill>
                <a:latin typeface="Arial"/>
              </a:rPr>
              <a:t>Inferir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07792" y="4471416"/>
            <a:ext cx="2788920" cy="283464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16468"/>
                </a:solidFill>
                <a:latin typeface="Arial"/>
              </a:rPr>
              <a:t>ventana deslizante sobre 243 estudios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37960" y="1481328"/>
            <a:ext cx="1828800" cy="237744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E64F12"/>
                </a:solidFill>
                <a:latin typeface="Arial"/>
              </a:rPr>
              <a:t>MÉTRICAS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10528" y="1874519"/>
            <a:ext cx="2267712" cy="694944"/>
          </a:xfrm>
          <a:prstGeom prst="roundRect">
            <a:avLst/>
          </a:prstGeom>
          <a:solidFill>
            <a:srgbClr val="FDECE8"/>
          </a:solidFill>
          <a:ln w="12700">
            <a:solidFill>
              <a:srgbClr val="FDE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38544" y="1947672"/>
            <a:ext cx="2011680" cy="219456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64F12"/>
                </a:solidFill>
                <a:latin typeface="Arial"/>
              </a:rPr>
              <a:t>Dice ↑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38544" y="2194560"/>
            <a:ext cx="2011680" cy="24688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 i="0">
                <a:solidFill>
                  <a:srgbClr val="16171A"/>
                </a:solidFill>
                <a:latin typeface="Arial"/>
              </a:rPr>
              <a:t>Solapamiento; 1 es coincidencia perfecta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34272" y="1874519"/>
            <a:ext cx="2267712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62288" y="1947672"/>
            <a:ext cx="2011680" cy="219456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64F12"/>
                </a:solidFill>
                <a:latin typeface="Arial"/>
              </a:rPr>
              <a:t>HD95 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62288" y="2194560"/>
            <a:ext cx="2011680" cy="24688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 i="0">
                <a:solidFill>
                  <a:srgbClr val="16171A"/>
                </a:solidFill>
                <a:latin typeface="Arial"/>
              </a:rPr>
              <a:t>Discrepancia de superficie en milímetros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65392" y="3063240"/>
            <a:ext cx="4663440" cy="47548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6171A"/>
                </a:solidFill>
                <a:latin typeface="Arial"/>
              </a:rPr>
              <a:t>ET · TC · WT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10528" y="3794760"/>
            <a:ext cx="480060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4F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6171A"/>
                </a:solidFill>
                <a:latin typeface="Arial"/>
              </a:rPr>
              <a:t>3 semillas por configuración
media ± desviación estándar poblacional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37960" y="5029200"/>
            <a:ext cx="4709160" cy="50292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16468"/>
                </a:solidFill>
                <a:latin typeface="Arial"/>
              </a:rPr>
              <a:t>Métrica principal de decisión: Dice medio de ET, TC y WT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411712" y="6199632"/>
            <a:ext cx="274320" cy="16459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616468"/>
                </a:solidFill>
                <a:latin typeface="Arial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8961120" cy="2011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E64F12"/>
                </a:solidFill>
                <a:latin typeface="Arial"/>
              </a:rPr>
              <a:t>05 · RESULTADOS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0058400" cy="43891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6171A"/>
                </a:solidFill>
                <a:latin typeface="Arial"/>
              </a:rPr>
              <a:t>Resultado central: la fusión adaptativa no mejora de forma consistente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25296"/>
            <a:ext cx="777240" cy="45720"/>
          </a:xfrm>
          <a:prstGeom prst="rect">
            <a:avLst/>
          </a:prstGeom>
          <a:solidFill>
            <a:srgbClr val="E64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1097280" y="1645920"/>
            <a:ext cx="0" cy="3520440"/>
          </a:xfrm>
          <a:prstGeom prst="line">
            <a:avLst/>
          </a:prstGeom>
          <a:ln>
            <a:solidFill>
              <a:srgbClr val="6164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097280" y="5166360"/>
            <a:ext cx="6949440" cy="0"/>
          </a:xfrm>
          <a:prstGeom prst="line">
            <a:avLst/>
          </a:prstGeom>
          <a:ln>
            <a:solidFill>
              <a:srgbClr val="6164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097280" y="4462272"/>
            <a:ext cx="6949440" cy="0"/>
          </a:xfrm>
          <a:prstGeom prst="line">
            <a:avLst/>
          </a:prstGeom>
          <a:ln>
            <a:solidFill>
              <a:srgbClr val="CDCFCE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94360" y="4370832"/>
            <a:ext cx="411480" cy="18288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16468"/>
                </a:solidFill>
                <a:latin typeface="Arial"/>
              </a:rPr>
              <a:t>0,4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097280" y="3758184"/>
            <a:ext cx="6949440" cy="0"/>
          </a:xfrm>
          <a:prstGeom prst="line">
            <a:avLst/>
          </a:prstGeom>
          <a:ln>
            <a:solidFill>
              <a:srgbClr val="CDCFCE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4360" y="3666744"/>
            <a:ext cx="411480" cy="18288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16468"/>
                </a:solidFill>
                <a:latin typeface="Arial"/>
              </a:rPr>
              <a:t>0,5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097280" y="3054096"/>
            <a:ext cx="6949440" cy="0"/>
          </a:xfrm>
          <a:prstGeom prst="line">
            <a:avLst/>
          </a:prstGeom>
          <a:ln>
            <a:solidFill>
              <a:srgbClr val="CDCFCE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594360" y="2962656"/>
            <a:ext cx="411480" cy="18288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16468"/>
                </a:solidFill>
                <a:latin typeface="Arial"/>
              </a:rPr>
              <a:t>0,6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097280" y="2350008"/>
            <a:ext cx="6949440" cy="0"/>
          </a:xfrm>
          <a:prstGeom prst="line">
            <a:avLst/>
          </a:prstGeom>
          <a:ln>
            <a:solidFill>
              <a:srgbClr val="CDCFCE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594360" y="2258568"/>
            <a:ext cx="411480" cy="18288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16468"/>
                </a:solidFill>
                <a:latin typeface="Arial"/>
              </a:rPr>
              <a:t>0,7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097280" y="1645919"/>
            <a:ext cx="6949440" cy="0"/>
          </a:xfrm>
          <a:prstGeom prst="line">
            <a:avLst/>
          </a:prstGeom>
          <a:ln>
            <a:solidFill>
              <a:srgbClr val="CDCFCE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94360" y="1554479"/>
            <a:ext cx="411480" cy="18288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16468"/>
                </a:solidFill>
                <a:latin typeface="Arial"/>
              </a:rPr>
              <a:t>0,8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629003" y="2308466"/>
            <a:ext cx="1048816" cy="2857893"/>
          </a:xfrm>
          <a:prstGeom prst="rect">
            <a:avLst/>
          </a:prstGeom>
          <a:solidFill>
            <a:srgbClr val="E64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8" name="Connector 17"/>
          <p:cNvCxnSpPr/>
          <p:nvPr/>
        </p:nvCxnSpPr>
        <p:spPr>
          <a:xfrm>
            <a:off x="2153412" y="2269741"/>
            <a:ext cx="0" cy="77450"/>
          </a:xfrm>
          <a:prstGeom prst="line">
            <a:avLst/>
          </a:prstGeom>
          <a:ln w="19050">
            <a:solidFill>
              <a:srgbClr val="1617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922672" y="2269741"/>
            <a:ext cx="461479" cy="0"/>
          </a:xfrm>
          <a:prstGeom prst="line">
            <a:avLst/>
          </a:prstGeom>
          <a:ln w="19050">
            <a:solidFill>
              <a:srgbClr val="1617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922672" y="2347191"/>
            <a:ext cx="461479" cy="0"/>
          </a:xfrm>
          <a:prstGeom prst="line">
            <a:avLst/>
          </a:prstGeom>
          <a:ln w="19050">
            <a:solidFill>
              <a:srgbClr val="1617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1555851" y="2025002"/>
            <a:ext cx="1195120" cy="22860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6171A"/>
                </a:solidFill>
                <a:latin typeface="Arial"/>
              </a:rPr>
              <a:t>0,706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0403" y="5257800"/>
            <a:ext cx="1506016" cy="5029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0">
                <a:solidFill>
                  <a:srgbClr val="16171A"/>
                </a:solidFill>
                <a:latin typeface="Arial"/>
              </a:rPr>
              <a:t>Concatenación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320643" y="2309874"/>
            <a:ext cx="1048816" cy="2856485"/>
          </a:xfrm>
          <a:prstGeom prst="rect">
            <a:avLst/>
          </a:prstGeom>
          <a:solidFill>
            <a:srgbClr val="EB72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4" name="Connector 23"/>
          <p:cNvCxnSpPr/>
          <p:nvPr/>
        </p:nvCxnSpPr>
        <p:spPr>
          <a:xfrm>
            <a:off x="3845052" y="2264109"/>
            <a:ext cx="0" cy="91531"/>
          </a:xfrm>
          <a:prstGeom prst="line">
            <a:avLst/>
          </a:prstGeom>
          <a:ln w="19050">
            <a:solidFill>
              <a:srgbClr val="1617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3614312" y="2264109"/>
            <a:ext cx="461479" cy="0"/>
          </a:xfrm>
          <a:prstGeom prst="line">
            <a:avLst/>
          </a:prstGeom>
          <a:ln w="19050">
            <a:solidFill>
              <a:srgbClr val="1617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3614312" y="2355640"/>
            <a:ext cx="461479" cy="0"/>
          </a:xfrm>
          <a:prstGeom prst="line">
            <a:avLst/>
          </a:prstGeom>
          <a:ln w="19050">
            <a:solidFill>
              <a:srgbClr val="1617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3247491" y="2026410"/>
            <a:ext cx="1195120" cy="22860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6171A"/>
                </a:solidFill>
                <a:latin typeface="Arial"/>
              </a:rPr>
              <a:t>0,706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092043" y="5257800"/>
            <a:ext cx="1506016" cy="5029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0">
                <a:solidFill>
                  <a:srgbClr val="16171A"/>
                </a:solidFill>
                <a:latin typeface="Arial"/>
              </a:rPr>
              <a:t>Ponderación
global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12283" y="3151260"/>
            <a:ext cx="1048816" cy="2015099"/>
          </a:xfrm>
          <a:prstGeom prst="rect">
            <a:avLst/>
          </a:prstGeom>
          <a:solidFill>
            <a:srgbClr val="F196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" name="Connector 29"/>
          <p:cNvCxnSpPr/>
          <p:nvPr/>
        </p:nvCxnSpPr>
        <p:spPr>
          <a:xfrm>
            <a:off x="5536692" y="1961351"/>
            <a:ext cx="0" cy="2379817"/>
          </a:xfrm>
          <a:prstGeom prst="line">
            <a:avLst/>
          </a:prstGeom>
          <a:ln w="19050">
            <a:solidFill>
              <a:srgbClr val="1617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305952" y="1961351"/>
            <a:ext cx="461479" cy="0"/>
          </a:xfrm>
          <a:prstGeom prst="line">
            <a:avLst/>
          </a:prstGeom>
          <a:ln w="19050">
            <a:solidFill>
              <a:srgbClr val="1617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305952" y="4341168"/>
            <a:ext cx="461479" cy="0"/>
          </a:xfrm>
          <a:prstGeom prst="line">
            <a:avLst/>
          </a:prstGeom>
          <a:ln w="19050">
            <a:solidFill>
              <a:srgbClr val="1617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4939131" y="2867796"/>
            <a:ext cx="1195120" cy="22860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6171A"/>
                </a:solidFill>
                <a:latin typeface="Arial"/>
              </a:rPr>
              <a:t>0,586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783683" y="5257800"/>
            <a:ext cx="1506016" cy="5029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0">
                <a:solidFill>
                  <a:srgbClr val="16171A"/>
                </a:solidFill>
                <a:latin typeface="Arial"/>
              </a:rPr>
              <a:t>Compuerta
media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703923" y="3113239"/>
            <a:ext cx="1048816" cy="2053120"/>
          </a:xfrm>
          <a:prstGeom prst="rect">
            <a:avLst/>
          </a:prstGeom>
          <a:solidFill>
            <a:srgbClr val="F5B8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6" name="Connector 35"/>
          <p:cNvCxnSpPr/>
          <p:nvPr/>
        </p:nvCxnSpPr>
        <p:spPr>
          <a:xfrm>
            <a:off x="7228332" y="1906432"/>
            <a:ext cx="0" cy="2413614"/>
          </a:xfrm>
          <a:prstGeom prst="line">
            <a:avLst/>
          </a:prstGeom>
          <a:ln w="19050">
            <a:solidFill>
              <a:srgbClr val="1617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6997592" y="1906432"/>
            <a:ext cx="461479" cy="0"/>
          </a:xfrm>
          <a:prstGeom prst="line">
            <a:avLst/>
          </a:prstGeom>
          <a:ln w="19050">
            <a:solidFill>
              <a:srgbClr val="1617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6997592" y="4320046"/>
            <a:ext cx="461479" cy="0"/>
          </a:xfrm>
          <a:prstGeom prst="line">
            <a:avLst/>
          </a:prstGeom>
          <a:ln w="19050">
            <a:solidFill>
              <a:srgbClr val="1617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6630771" y="2829775"/>
            <a:ext cx="1195120" cy="22860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6171A"/>
                </a:solidFill>
                <a:latin typeface="Arial"/>
              </a:rPr>
              <a:t>0,592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75323" y="5257800"/>
            <a:ext cx="1506016" cy="5029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0">
                <a:solidFill>
                  <a:srgbClr val="16171A"/>
                </a:solidFill>
                <a:latin typeface="Arial"/>
              </a:rPr>
              <a:t>Compuerta
media+desv.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366760" y="1664208"/>
            <a:ext cx="3246120" cy="1170432"/>
          </a:xfrm>
          <a:prstGeom prst="roundRect">
            <a:avLst/>
          </a:prstGeom>
          <a:solidFill>
            <a:srgbClr val="FDECE8"/>
          </a:solidFill>
          <a:ln w="12700">
            <a:solidFill>
              <a:srgbClr val="E64F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641080" y="1819656"/>
            <a:ext cx="1170432" cy="4114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E64F12"/>
                </a:solidFill>
                <a:latin typeface="Arial"/>
              </a:rPr>
              <a:t>0,706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756648" y="1901952"/>
            <a:ext cx="160020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6171A"/>
                </a:solidFill>
                <a:latin typeface="Arial"/>
              </a:rPr>
              <a:t>concat. ≈ global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641080" y="2313432"/>
            <a:ext cx="2697480" cy="24688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16468"/>
                </a:solidFill>
                <a:latin typeface="Arial"/>
              </a:rPr>
              <a:t>misma media y baja dispersión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366760" y="3090672"/>
            <a:ext cx="3246120" cy="13898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6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641080" y="3300984"/>
            <a:ext cx="1115568" cy="4114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B62418"/>
                </a:solidFill>
                <a:latin typeface="Arial"/>
              </a:rPr>
              <a:t>≈0,59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738360" y="3364992"/>
            <a:ext cx="160020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6171A"/>
                </a:solidFill>
                <a:latin typeface="Arial"/>
              </a:rPr>
              <a:t>adaptativas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641080" y="3794760"/>
            <a:ext cx="2651760" cy="4572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16468"/>
                </a:solidFill>
                <a:latin typeface="Arial"/>
              </a:rPr>
              <a:t>σ ≈ 0,17 por una corrida débil en cada variante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8366760" y="4791456"/>
            <a:ext cx="3246120" cy="749808"/>
          </a:xfrm>
          <a:prstGeom prst="roundRect">
            <a:avLst/>
          </a:prstGeom>
          <a:solidFill>
            <a:srgbClr val="E64F12"/>
          </a:solidFill>
          <a:ln w="12700">
            <a:solidFill>
              <a:srgbClr val="E64F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Respuesta a la hipótesis: NO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02920" y="6473952"/>
            <a:ext cx="10698480" cy="146304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616468"/>
                </a:solidFill>
                <a:latin typeface="Arial"/>
              </a:rPr>
              <a:t>Dice medio en test; barras = media de 3 semillas; error = desviación estándar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1411712" y="6199632"/>
            <a:ext cx="274320" cy="16459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616468"/>
                </a:solidFill>
                <a:latin typeface="Arial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8961120" cy="2011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E64F12"/>
                </a:solidFill>
                <a:latin typeface="Arial"/>
              </a:rPr>
              <a:t>05 · RESULTADOS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0058400" cy="43891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6171A"/>
                </a:solidFill>
                <a:latin typeface="Arial"/>
              </a:rPr>
              <a:t>La diferencia está en la estabilidad entre semillas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25296"/>
            <a:ext cx="777240" cy="45720"/>
          </a:xfrm>
          <a:prstGeom prst="rect">
            <a:avLst/>
          </a:prstGeom>
          <a:solidFill>
            <a:srgbClr val="E64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1536192"/>
            <a:ext cx="1600200" cy="274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6171A"/>
                </a:solidFill>
                <a:latin typeface="Arial"/>
              </a:rPr>
              <a:t>Concat.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331720" y="1463039"/>
            <a:ext cx="1115568" cy="475488"/>
          </a:xfrm>
          <a:prstGeom prst="roundRect">
            <a:avLst/>
          </a:prstGeom>
          <a:solidFill>
            <a:srgbClr val="E64F12"/>
          </a:solidFill>
          <a:ln w="12700">
            <a:solidFill>
              <a:srgbClr val="E64F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rial"/>
              </a:rPr>
              <a:t>0,698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85031" y="1463039"/>
            <a:ext cx="1115568" cy="475488"/>
          </a:xfrm>
          <a:prstGeom prst="roundRect">
            <a:avLst/>
          </a:prstGeom>
          <a:solidFill>
            <a:srgbClr val="E64F12"/>
          </a:solidFill>
          <a:ln w="12700">
            <a:solidFill>
              <a:srgbClr val="E64F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rial"/>
              </a:rPr>
              <a:t>0,711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38344" y="1463039"/>
            <a:ext cx="1115568" cy="475488"/>
          </a:xfrm>
          <a:prstGeom prst="roundRect">
            <a:avLst/>
          </a:prstGeom>
          <a:solidFill>
            <a:srgbClr val="E64F12"/>
          </a:solidFill>
          <a:ln w="12700">
            <a:solidFill>
              <a:srgbClr val="E64F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rial"/>
              </a:rPr>
              <a:t>0,708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31720" y="1188720"/>
            <a:ext cx="1115568" cy="18288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16468"/>
                </a:solidFill>
                <a:latin typeface="Arial"/>
              </a:rPr>
              <a:t>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85031" y="1188720"/>
            <a:ext cx="1115568" cy="18288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16468"/>
                </a:solidFill>
                <a:latin typeface="Arial"/>
              </a:rPr>
              <a:t>27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38344" y="1188720"/>
            <a:ext cx="1115568" cy="18288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16468"/>
                </a:solidFill>
                <a:latin typeface="Arial"/>
              </a:rPr>
              <a:t>28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2249424"/>
            <a:ext cx="1600200" cy="274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6171A"/>
                </a:solidFill>
                <a:latin typeface="Arial"/>
              </a:rPr>
              <a:t>Global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331720" y="2176272"/>
            <a:ext cx="1115568" cy="475488"/>
          </a:xfrm>
          <a:prstGeom prst="roundRect">
            <a:avLst/>
          </a:prstGeom>
          <a:solidFill>
            <a:srgbClr val="EB7243"/>
          </a:solidFill>
          <a:ln w="12700">
            <a:solidFill>
              <a:srgbClr val="EB72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rial"/>
              </a:rPr>
              <a:t>0,697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85031" y="2176272"/>
            <a:ext cx="1115568" cy="475488"/>
          </a:xfrm>
          <a:prstGeom prst="roundRect">
            <a:avLst/>
          </a:prstGeom>
          <a:solidFill>
            <a:srgbClr val="EB7243"/>
          </a:solidFill>
          <a:ln w="12700">
            <a:solidFill>
              <a:srgbClr val="EB72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rial"/>
              </a:rPr>
              <a:t>0,713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38344" y="2176272"/>
            <a:ext cx="1115568" cy="475488"/>
          </a:xfrm>
          <a:prstGeom prst="roundRect">
            <a:avLst/>
          </a:prstGeom>
          <a:solidFill>
            <a:srgbClr val="EB7243"/>
          </a:solidFill>
          <a:ln w="12700">
            <a:solidFill>
              <a:srgbClr val="EB72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rial"/>
              </a:rPr>
              <a:t>0,707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2962656"/>
            <a:ext cx="1600200" cy="274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6171A"/>
                </a:solidFill>
                <a:latin typeface="Arial"/>
              </a:rPr>
              <a:t>Adapt. media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331720" y="2889504"/>
            <a:ext cx="1115568" cy="475488"/>
          </a:xfrm>
          <a:prstGeom prst="roundRect">
            <a:avLst/>
          </a:prstGeom>
          <a:solidFill>
            <a:srgbClr val="F19672"/>
          </a:solidFill>
          <a:ln w="12700">
            <a:solidFill>
              <a:srgbClr val="F196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rial"/>
              </a:rPr>
              <a:t>0,702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685031" y="2889504"/>
            <a:ext cx="1115568" cy="475488"/>
          </a:xfrm>
          <a:prstGeom prst="roundRect">
            <a:avLst/>
          </a:prstGeom>
          <a:solidFill>
            <a:srgbClr val="F19672"/>
          </a:solidFill>
          <a:ln w="12700">
            <a:solidFill>
              <a:srgbClr val="F196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rial"/>
              </a:rPr>
              <a:t>0,710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38344" y="2889504"/>
            <a:ext cx="1115568" cy="475488"/>
          </a:xfrm>
          <a:prstGeom prst="roundRect">
            <a:avLst/>
          </a:prstGeom>
          <a:solidFill>
            <a:srgbClr val="B62418"/>
          </a:solidFill>
          <a:ln w="12700">
            <a:solidFill>
              <a:srgbClr val="B6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rial"/>
              </a:rPr>
              <a:t>0,347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3675887"/>
            <a:ext cx="1600200" cy="274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6171A"/>
                </a:solidFill>
                <a:latin typeface="Arial"/>
              </a:rPr>
              <a:t>Adapt. media+desv.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331720" y="3602735"/>
            <a:ext cx="1115568" cy="475488"/>
          </a:xfrm>
          <a:prstGeom prst="roundRect">
            <a:avLst/>
          </a:prstGeom>
          <a:solidFill>
            <a:srgbClr val="F5B8A1"/>
          </a:solidFill>
          <a:ln w="12700">
            <a:solidFill>
              <a:srgbClr val="F5B8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rial"/>
              </a:rPr>
              <a:t>0,711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685031" y="3602735"/>
            <a:ext cx="1115568" cy="475488"/>
          </a:xfrm>
          <a:prstGeom prst="roundRect">
            <a:avLst/>
          </a:prstGeom>
          <a:solidFill>
            <a:srgbClr val="B62418"/>
          </a:solidFill>
          <a:ln w="12700">
            <a:solidFill>
              <a:srgbClr val="B6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rial"/>
              </a:rPr>
              <a:t>0,349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38344" y="3602735"/>
            <a:ext cx="1115568" cy="475488"/>
          </a:xfrm>
          <a:prstGeom prst="roundRect">
            <a:avLst/>
          </a:prstGeom>
          <a:solidFill>
            <a:srgbClr val="F5B8A1"/>
          </a:solidFill>
          <a:ln w="12700">
            <a:solidFill>
              <a:srgbClr val="F5B8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rial"/>
              </a:rPr>
              <a:t>0,714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86000" y="987552"/>
            <a:ext cx="3886200" cy="18288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16468"/>
                </a:solidFill>
                <a:latin typeface="Arial"/>
              </a:rPr>
              <a:t>Semilla (dos últimas cifras)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903720" y="1499616"/>
            <a:ext cx="4617720" cy="1417320"/>
          </a:xfrm>
          <a:prstGeom prst="roundRect">
            <a:avLst/>
          </a:prstGeom>
          <a:solidFill>
            <a:srgbClr val="FDECE8"/>
          </a:solidFill>
          <a:ln w="12700">
            <a:solidFill>
              <a:srgbClr val="E64F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205472" y="1737360"/>
            <a:ext cx="1298448" cy="47548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E64F12"/>
                </a:solidFill>
                <a:latin typeface="Arial"/>
              </a:rPr>
              <a:t>2 de 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85632" y="1783080"/>
            <a:ext cx="2670048" cy="6583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6171A"/>
                </a:solidFill>
                <a:latin typeface="Arial"/>
              </a:rPr>
              <a:t>ejecuciones adaptativas fueron comparables al control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903720" y="3218688"/>
            <a:ext cx="4617720" cy="15727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6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205472" y="3474720"/>
            <a:ext cx="1298448" cy="47548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B62418"/>
                </a:solidFill>
                <a:latin typeface="Arial"/>
              </a:rPr>
              <a:t>1 de 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85632" y="3511296"/>
            <a:ext cx="2670048" cy="6583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6171A"/>
                </a:solidFill>
                <a:latin typeface="Arial"/>
              </a:rPr>
              <a:t>colapsó hasta ≈0,35 en cada variante adaptativa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8368" y="4864608"/>
            <a:ext cx="10863072" cy="841248"/>
          </a:xfrm>
          <a:prstGeom prst="roundRect">
            <a:avLst/>
          </a:prstGeom>
          <a:solidFill>
            <a:srgbClr val="F3F3F2"/>
          </a:solidFill>
          <a:ln w="12700">
            <a:solidFill>
              <a:srgbClr val="CDCF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96112" y="5084064"/>
            <a:ext cx="2103120" cy="25603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64F12"/>
                </a:solidFill>
                <a:latin typeface="Arial"/>
              </a:rPr>
              <a:t>Diagnóstico exploratorio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834640" y="5020056"/>
            <a:ext cx="8302752" cy="402336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0" i="0">
                <a:solidFill>
                  <a:srgbClr val="16171A"/>
                </a:solidFill>
                <a:latin typeface="Arial"/>
              </a:rPr>
              <a:t>Los pesos variaron poco entre 40 volúmenes preliminares, pero esa prueba no caracteriza los checkpoints finales ni los pesos calculados sobre parches y ventanas.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2920" y="6473952"/>
            <a:ext cx="10698480" cy="146304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616468"/>
                </a:solidFill>
                <a:latin typeface="Arial"/>
              </a:rPr>
              <a:t>Dice medio por semilla en test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411712" y="6199632"/>
            <a:ext cx="274320" cy="16459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616468"/>
                </a:solidFill>
                <a:latin typeface="Arial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8961120" cy="2011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E64F12"/>
                </a:solidFill>
                <a:latin typeface="Arial"/>
              </a:rPr>
              <a:t>05 · RESULTADOS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0058400" cy="43891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6171A"/>
                </a:solidFill>
                <a:latin typeface="Arial"/>
              </a:rPr>
              <a:t>Corte axial: comparación cualitativa de las segmentaciones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25296"/>
            <a:ext cx="777240" cy="45720"/>
          </a:xfrm>
          <a:prstGeom prst="rect">
            <a:avLst/>
          </a:prstGeom>
          <a:solidFill>
            <a:srgbClr val="E64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353312"/>
            <a:ext cx="11045952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DCF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ig_comparacion_arquitectur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7" y="1578353"/>
            <a:ext cx="11045952" cy="2567437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58368" y="4590288"/>
            <a:ext cx="3310128" cy="932688"/>
          </a:xfrm>
          <a:prstGeom prst="roundRect">
            <a:avLst/>
          </a:prstGeom>
          <a:solidFill>
            <a:srgbClr val="FDECE8"/>
          </a:solidFill>
          <a:ln w="12700">
            <a:solidFill>
              <a:srgbClr val="FDE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9536" y="4754880"/>
            <a:ext cx="1078992" cy="2011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E64F12"/>
                </a:solidFill>
                <a:latin typeface="Arial"/>
              </a:rPr>
              <a:t>REFERENCIA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83664" y="4718304"/>
            <a:ext cx="1810512" cy="4572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6171A"/>
                </a:solidFill>
                <a:latin typeface="Arial"/>
              </a:rPr>
              <a:t>La máscara manual define ET, TC y WT en el mismo corte.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87952" y="4590288"/>
            <a:ext cx="3310128" cy="9326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4F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89120" y="4754880"/>
            <a:ext cx="841248" cy="2011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E64F12"/>
                </a:solidFill>
                <a:latin typeface="Arial"/>
              </a:rPr>
              <a:t>LECTURA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12080" y="4681728"/>
            <a:ext cx="2029968" cy="53035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6171A"/>
                </a:solidFill>
                <a:latin typeface="Arial"/>
              </a:rPr>
              <a:t>Todos recuperan la lesión principal, con diferencias locales en límites y estructura interna.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17536" y="4590288"/>
            <a:ext cx="3803904" cy="932688"/>
          </a:xfrm>
          <a:prstGeom prst="roundRect">
            <a:avLst/>
          </a:prstGeom>
          <a:solidFill>
            <a:srgbClr val="F3F3F2"/>
          </a:solidFill>
          <a:ln w="12700">
            <a:solidFill>
              <a:srgbClr val="CDCF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18704" y="4754880"/>
            <a:ext cx="841248" cy="2011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E64F12"/>
                </a:solidFill>
                <a:latin typeface="Arial"/>
              </a:rPr>
              <a:t>COLORES</a:t>
            </a:r>
          </a:p>
        </p:txBody>
      </p:sp>
      <p:sp>
        <p:nvSpPr>
          <p:cNvPr id="15" name="Oval 14"/>
          <p:cNvSpPr/>
          <p:nvPr/>
        </p:nvSpPr>
        <p:spPr>
          <a:xfrm>
            <a:off x="8823960" y="4773168"/>
            <a:ext cx="274320" cy="274320"/>
          </a:xfrm>
          <a:prstGeom prst="ellipse">
            <a:avLst/>
          </a:prstGeom>
          <a:solidFill>
            <a:srgbClr val="B62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" b="1" i="0">
                <a:solidFill>
                  <a:srgbClr val="FFFFFF"/>
                </a:solidFill>
                <a:latin typeface="Arial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25712" y="4745736"/>
            <a:ext cx="365760" cy="20116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6171A"/>
                </a:solidFill>
                <a:latin typeface="Arial"/>
              </a:rPr>
              <a:t>ET</a:t>
            </a:r>
          </a:p>
        </p:txBody>
      </p:sp>
      <p:sp>
        <p:nvSpPr>
          <p:cNvPr id="17" name="Oval 16"/>
          <p:cNvSpPr/>
          <p:nvPr/>
        </p:nvSpPr>
        <p:spPr>
          <a:xfrm>
            <a:off x="9555480" y="4773168"/>
            <a:ext cx="274320" cy="274320"/>
          </a:xfrm>
          <a:prstGeom prst="ellipse">
            <a:avLst/>
          </a:prstGeom>
          <a:solidFill>
            <a:srgbClr val="EB72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" b="1" i="0">
                <a:solidFill>
                  <a:srgbClr val="FFFFFF"/>
                </a:solidFill>
                <a:latin typeface="Arial"/>
              </a:rPr>
              <a:t/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857232" y="4745736"/>
            <a:ext cx="384048" cy="20116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6171A"/>
                </a:solidFill>
                <a:latin typeface="Arial"/>
              </a:rPr>
              <a:t>TC</a:t>
            </a:r>
          </a:p>
        </p:txBody>
      </p:sp>
      <p:sp>
        <p:nvSpPr>
          <p:cNvPr id="19" name="Oval 18"/>
          <p:cNvSpPr/>
          <p:nvPr/>
        </p:nvSpPr>
        <p:spPr>
          <a:xfrm>
            <a:off x="10314432" y="4773168"/>
            <a:ext cx="274320" cy="274320"/>
          </a:xfrm>
          <a:prstGeom prst="ellipse">
            <a:avLst/>
          </a:prstGeom>
          <a:solidFill>
            <a:srgbClr val="F2C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" b="1" i="0">
                <a:solidFill>
                  <a:srgbClr val="FFFFFF"/>
                </a:solidFill>
                <a:latin typeface="Arial"/>
              </a:rPr>
              <a:t/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16184" y="4745736"/>
            <a:ext cx="411480" cy="20116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6171A"/>
                </a:solidFill>
                <a:latin typeface="Arial"/>
              </a:rPr>
              <a:t>WT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18704" y="5157216"/>
            <a:ext cx="3182112" cy="2011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16468"/>
                </a:solidFill>
                <a:latin typeface="Arial"/>
              </a:rPr>
              <a:t>Caso BraTS-GLI-02273-100 · corte axial z=108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73952"/>
            <a:ext cx="10698480" cy="146304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616468"/>
                </a:solidFill>
                <a:latin typeface="Arial"/>
              </a:rPr>
              <a:t>Caso seleccionado post hoc para ilustración; no representa la distribución completa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411712" y="6199632"/>
            <a:ext cx="274320" cy="16459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616468"/>
                </a:solidFill>
                <a:latin typeface="Arial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8961120" cy="2011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E64F12"/>
                </a:solidFill>
                <a:latin typeface="Arial"/>
              </a:rPr>
              <a:t>05 · RESULTADOS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0058400" cy="43891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6171A"/>
                </a:solidFill>
                <a:latin typeface="Arial"/>
              </a:rPr>
              <a:t>Corte axial: ejemplo de una ejecución adaptativa de bajo rendimiento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25296"/>
            <a:ext cx="777240" cy="45720"/>
          </a:xfrm>
          <a:prstGeom prst="rect">
            <a:avLst/>
          </a:prstGeom>
          <a:solidFill>
            <a:srgbClr val="E64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86384" y="1307592"/>
            <a:ext cx="10625328" cy="3977639"/>
          </a:xfrm>
          <a:prstGeom prst="rect">
            <a:avLst/>
          </a:prstGeom>
          <a:solidFill>
            <a:srgbClr val="FFFFFF"/>
          </a:solidFill>
          <a:ln w="12700">
            <a:solidFill>
              <a:srgbClr val="CDCF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ig_colapso_adaptive_gat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" y="1307592"/>
            <a:ext cx="10607039" cy="3977639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969264" y="5449824"/>
            <a:ext cx="10259568" cy="621792"/>
          </a:xfrm>
          <a:prstGeom prst="roundRect">
            <a:avLst/>
          </a:prstGeom>
          <a:solidFill>
            <a:srgbClr val="FDECE8"/>
          </a:solidFill>
          <a:ln w="12700">
            <a:solidFill>
              <a:srgbClr val="B6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B62418"/>
                </a:solidFill>
                <a:latin typeface="Arial"/>
              </a:rPr>
              <a:t>En este caso, la compuerta sobreestima ET y representa con menor precisión la distribución interna de TC y WT.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10698480" cy="146304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616468"/>
                </a:solidFill>
                <a:latin typeface="Arial"/>
              </a:rPr>
              <a:t>Ejemplo post hoc: concatenación semilla 20260526 frente a adaptive_gating semilla 20260528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11712" y="6199632"/>
            <a:ext cx="274320" cy="16459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616468"/>
                </a:solidFill>
                <a:latin typeface="Arial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8961120" cy="2011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E64F12"/>
                </a:solidFill>
                <a:latin typeface="Arial"/>
              </a:rPr>
              <a:t>05 · RESULTADOS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0058400" cy="43891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6171A"/>
                </a:solidFill>
                <a:latin typeface="Arial"/>
              </a:rPr>
              <a:t>Contexto arquitectónico: hay margen más allá de la fusión temprana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25296"/>
            <a:ext cx="777240" cy="45720"/>
          </a:xfrm>
          <a:prstGeom prst="rect">
            <a:avLst/>
          </a:prstGeom>
          <a:solidFill>
            <a:srgbClr val="E64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1042416" y="1673352"/>
            <a:ext cx="0" cy="3584448"/>
          </a:xfrm>
          <a:prstGeom prst="line">
            <a:avLst/>
          </a:prstGeom>
          <a:ln>
            <a:solidFill>
              <a:srgbClr val="6164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042416" y="5257800"/>
            <a:ext cx="8257032" cy="0"/>
          </a:xfrm>
          <a:prstGeom prst="line">
            <a:avLst/>
          </a:prstGeom>
          <a:ln>
            <a:solidFill>
              <a:srgbClr val="6164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042416" y="4859528"/>
            <a:ext cx="8257032" cy="0"/>
          </a:xfrm>
          <a:prstGeom prst="line">
            <a:avLst/>
          </a:prstGeom>
          <a:ln>
            <a:solidFill>
              <a:srgbClr val="CDCFCE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66928" y="4768088"/>
            <a:ext cx="393192" cy="18288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16468"/>
                </a:solidFill>
                <a:latin typeface="Arial"/>
              </a:rPr>
              <a:t>0,5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042416" y="4062984"/>
            <a:ext cx="8257032" cy="0"/>
          </a:xfrm>
          <a:prstGeom prst="line">
            <a:avLst/>
          </a:prstGeom>
          <a:ln>
            <a:solidFill>
              <a:srgbClr val="CDCFCE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66928" y="3971544"/>
            <a:ext cx="393192" cy="18288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16468"/>
                </a:solidFill>
                <a:latin typeface="Arial"/>
              </a:rPr>
              <a:t>0,6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042416" y="3266440"/>
            <a:ext cx="8257032" cy="0"/>
          </a:xfrm>
          <a:prstGeom prst="line">
            <a:avLst/>
          </a:prstGeom>
          <a:ln>
            <a:solidFill>
              <a:srgbClr val="CDCFCE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566928" y="3175000"/>
            <a:ext cx="393192" cy="18288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16468"/>
                </a:solidFill>
                <a:latin typeface="Arial"/>
              </a:rPr>
              <a:t>0,7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042416" y="2469896"/>
            <a:ext cx="8257032" cy="0"/>
          </a:xfrm>
          <a:prstGeom prst="line">
            <a:avLst/>
          </a:prstGeom>
          <a:ln>
            <a:solidFill>
              <a:srgbClr val="CDCFCE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566928" y="2378456"/>
            <a:ext cx="393192" cy="18288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16468"/>
                </a:solidFill>
                <a:latin typeface="Arial"/>
              </a:rPr>
              <a:t>0,8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042416" y="1673352"/>
            <a:ext cx="8257032" cy="0"/>
          </a:xfrm>
          <a:prstGeom prst="line">
            <a:avLst/>
          </a:prstGeom>
          <a:ln>
            <a:solidFill>
              <a:srgbClr val="CDCFCE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66928" y="1581912"/>
            <a:ext cx="393192" cy="18288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16468"/>
                </a:solidFill>
                <a:latin typeface="Arial"/>
              </a:rPr>
              <a:t>0,9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356238" y="2237305"/>
            <a:ext cx="789675" cy="3020494"/>
          </a:xfrm>
          <a:prstGeom prst="rect">
            <a:avLst/>
          </a:prstGeom>
          <a:solidFill>
            <a:srgbClr val="16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46510" y="1990417"/>
            <a:ext cx="1009131" cy="20116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16171A"/>
                </a:solidFill>
                <a:latin typeface="Arial"/>
              </a:rPr>
              <a:t>0,829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91646" y="5330952"/>
            <a:ext cx="1118859" cy="43891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 i="0">
                <a:solidFill>
                  <a:srgbClr val="16171A"/>
                </a:solidFill>
                <a:latin typeface="Arial"/>
              </a:rPr>
              <a:t>nnU-Net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517526" y="2853830"/>
            <a:ext cx="789675" cy="2403969"/>
          </a:xfrm>
          <a:prstGeom prst="rect">
            <a:avLst/>
          </a:prstGeom>
          <a:solidFill>
            <a:srgbClr val="E64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407798" y="2606942"/>
            <a:ext cx="1009131" cy="20116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16171A"/>
                </a:solidFill>
                <a:latin typeface="Arial"/>
              </a:rPr>
              <a:t>0,752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52934" y="5330952"/>
            <a:ext cx="1118859" cy="43891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 i="0">
                <a:solidFill>
                  <a:srgbClr val="16171A"/>
                </a:solidFill>
                <a:latin typeface="Arial"/>
              </a:rPr>
              <a:t>Swin-
UNETR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78814" y="2990835"/>
            <a:ext cx="789675" cy="2266964"/>
          </a:xfrm>
          <a:prstGeom prst="rect">
            <a:avLst/>
          </a:prstGeom>
          <a:solidFill>
            <a:srgbClr val="EB72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569086" y="2743947"/>
            <a:ext cx="1009131" cy="20116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16171A"/>
                </a:solidFill>
                <a:latin typeface="Arial"/>
              </a:rPr>
              <a:t>0,735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14222" y="5330952"/>
            <a:ext cx="1118859" cy="43891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 i="0">
                <a:solidFill>
                  <a:srgbClr val="16171A"/>
                </a:solidFill>
                <a:latin typeface="Arial"/>
              </a:rPr>
              <a:t>Attention
U-Net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840102" y="3219443"/>
            <a:ext cx="789675" cy="2038356"/>
          </a:xfrm>
          <a:prstGeom prst="rect">
            <a:avLst/>
          </a:prstGeom>
          <a:solidFill>
            <a:srgbClr val="F196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730374" y="2972555"/>
            <a:ext cx="1009131" cy="20116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16171A"/>
                </a:solidFill>
                <a:latin typeface="Arial"/>
              </a:rPr>
              <a:t>0,706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75510" y="5330952"/>
            <a:ext cx="1118859" cy="43891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 i="0">
                <a:solidFill>
                  <a:srgbClr val="16171A"/>
                </a:solidFill>
                <a:latin typeface="Arial"/>
              </a:rPr>
              <a:t>Residual +
concat.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001390" y="3221036"/>
            <a:ext cx="789675" cy="2036763"/>
          </a:xfrm>
          <a:prstGeom prst="rect">
            <a:avLst/>
          </a:prstGeom>
          <a:solidFill>
            <a:srgbClr val="F5B8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891662" y="2974148"/>
            <a:ext cx="1009131" cy="20116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16171A"/>
                </a:solidFill>
                <a:latin typeface="Arial"/>
              </a:rPr>
              <a:t>0,706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836798" y="5330952"/>
            <a:ext cx="1118859" cy="43891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 i="0">
                <a:solidFill>
                  <a:srgbClr val="16171A"/>
                </a:solidFill>
                <a:latin typeface="Arial"/>
              </a:rPr>
              <a:t>Residual +
global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162678" y="4172907"/>
            <a:ext cx="789675" cy="1084892"/>
          </a:xfrm>
          <a:prstGeom prst="rect">
            <a:avLst/>
          </a:prstGeom>
          <a:solidFill>
            <a:srgbClr val="CDCF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052950" y="3926019"/>
            <a:ext cx="1009131" cy="20116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16171A"/>
                </a:solidFill>
                <a:latin typeface="Arial"/>
              </a:rPr>
              <a:t>0,586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98086" y="5330952"/>
            <a:ext cx="1118859" cy="43891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 i="0">
                <a:solidFill>
                  <a:srgbClr val="16171A"/>
                </a:solidFill>
                <a:latin typeface="Arial"/>
              </a:rPr>
              <a:t>Adapt.
media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323966" y="4129893"/>
            <a:ext cx="789675" cy="1127906"/>
          </a:xfrm>
          <a:prstGeom prst="rect">
            <a:avLst/>
          </a:prstGeom>
          <a:solidFill>
            <a:srgbClr val="CDCF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214238" y="3883005"/>
            <a:ext cx="1009131" cy="20116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16171A"/>
                </a:solidFill>
                <a:latin typeface="Arial"/>
              </a:rPr>
              <a:t>0,592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159374" y="5330952"/>
            <a:ext cx="1118859" cy="43891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 i="0">
                <a:solidFill>
                  <a:srgbClr val="16171A"/>
                </a:solidFill>
                <a:latin typeface="Arial"/>
              </a:rPr>
              <a:t>Adapt.
media+desv.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528048" y="1691640"/>
            <a:ext cx="2121408" cy="932688"/>
          </a:xfrm>
          <a:prstGeom prst="roundRect">
            <a:avLst/>
          </a:prstGeom>
          <a:solidFill>
            <a:srgbClr val="16243A"/>
          </a:solidFill>
          <a:ln w="12700">
            <a:solidFill>
              <a:srgbClr val="1624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Arial"/>
              </a:rPr>
              <a:t>nnU-Net
0,829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528048" y="2834640"/>
            <a:ext cx="2121408" cy="932688"/>
          </a:xfrm>
          <a:prstGeom prst="roundRect">
            <a:avLst/>
          </a:prstGeom>
          <a:solidFill>
            <a:srgbClr val="E64F12"/>
          </a:solidFill>
          <a:ln w="12700">
            <a:solidFill>
              <a:srgbClr val="E64F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Swin-UNETR
0,752 ± 0,017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528048" y="4041648"/>
            <a:ext cx="2121408" cy="1097280"/>
          </a:xfrm>
          <a:prstGeom prst="roundRect">
            <a:avLst/>
          </a:prstGeom>
          <a:solidFill>
            <a:srgbClr val="FDECE8"/>
          </a:solidFill>
          <a:ln w="12700">
            <a:solidFill>
              <a:srgbClr val="E64F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729216" y="4206240"/>
            <a:ext cx="1371600" cy="2011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E64F12"/>
                </a:solidFill>
                <a:latin typeface="Arial"/>
              </a:rPr>
              <a:t>LECTURA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729216" y="4498848"/>
            <a:ext cx="1627632" cy="4114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6171A"/>
                </a:solidFill>
                <a:latin typeface="Arial"/>
              </a:rPr>
              <a:t>El margen no se agota con cuatro pesos en la entrada.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12648" y="5897880"/>
            <a:ext cx="10991088" cy="384048"/>
          </a:xfrm>
          <a:prstGeom prst="roundRect">
            <a:avLst/>
          </a:prstGeom>
          <a:solidFill>
            <a:srgbClr val="F3F3F2"/>
          </a:solidFill>
          <a:ln w="12700">
            <a:solidFill>
              <a:srgbClr val="F3F3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 i="0">
                <a:solidFill>
                  <a:srgbClr val="616468"/>
                </a:solidFill>
                <a:latin typeface="Arial"/>
              </a:rPr>
              <a:t>Comparación descriptiva, no ablación: nnU-Net usa su propio pipeline y las arquitecturas se ejecutaron en entornos distintos.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02920" y="6473952"/>
            <a:ext cx="10698480" cy="146304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616468"/>
                </a:solidFill>
                <a:latin typeface="Arial"/>
              </a:rPr>
              <a:t>Fuente: outputs/evaluation/final_all_test.csv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411712" y="6199632"/>
            <a:ext cx="274320" cy="16459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616468"/>
                </a:solidFill>
                <a:latin typeface="Arial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8961120" cy="2011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E64F12"/>
                </a:solidFill>
                <a:latin typeface="Arial"/>
              </a:rPr>
              <a:t>06 · CONTRIBUCIÓN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0058400" cy="43891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6171A"/>
                </a:solidFill>
                <a:latin typeface="Arial"/>
              </a:rPr>
              <a:t>Ligereza paramétrica y trazabilidad experimental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25296"/>
            <a:ext cx="777240" cy="45720"/>
          </a:xfrm>
          <a:prstGeom prst="rect">
            <a:avLst/>
          </a:prstGeom>
          <a:solidFill>
            <a:srgbClr val="E64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444752"/>
            <a:ext cx="237744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E64F12"/>
                </a:solidFill>
                <a:latin typeface="Arial"/>
              </a:rPr>
              <a:t>COSTE DE LA FUSIÓN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847088"/>
            <a:ext cx="1508760" cy="1097280"/>
          </a:xfrm>
          <a:prstGeom prst="roundRect">
            <a:avLst/>
          </a:prstGeom>
          <a:solidFill>
            <a:srgbClr val="FDECE8"/>
          </a:solidFill>
          <a:ln w="12700">
            <a:solidFill>
              <a:srgbClr val="E64F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993392"/>
            <a:ext cx="1234440" cy="402336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E64F12"/>
                </a:solidFill>
                <a:latin typeface="Arial"/>
              </a:rPr>
              <a:t>+4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468880"/>
            <a:ext cx="1234440" cy="219456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6171A"/>
                </a:solidFill>
                <a:latin typeface="Arial"/>
              </a:rPr>
              <a:t>global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331720" y="1847088"/>
            <a:ext cx="1508760" cy="1097280"/>
          </a:xfrm>
          <a:prstGeom prst="roundRect">
            <a:avLst/>
          </a:prstGeom>
          <a:solidFill>
            <a:srgbClr val="FDECE8"/>
          </a:solidFill>
          <a:ln w="12700">
            <a:solidFill>
              <a:srgbClr val="E64F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468879" y="1993392"/>
            <a:ext cx="1234440" cy="402336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E64F12"/>
                </a:solidFill>
                <a:latin typeface="Arial"/>
              </a:rPr>
              <a:t>+76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68879" y="2468880"/>
            <a:ext cx="1234440" cy="219456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6171A"/>
                </a:solidFill>
                <a:latin typeface="Arial"/>
              </a:rPr>
              <a:t>media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069080" y="1847088"/>
            <a:ext cx="1508760" cy="1097280"/>
          </a:xfrm>
          <a:prstGeom prst="roundRect">
            <a:avLst/>
          </a:prstGeom>
          <a:solidFill>
            <a:srgbClr val="FDECE8"/>
          </a:solidFill>
          <a:ln w="12700">
            <a:solidFill>
              <a:srgbClr val="E64F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06240" y="1993392"/>
            <a:ext cx="1234440" cy="402336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E64F12"/>
                </a:solidFill>
                <a:latin typeface="Arial"/>
              </a:rPr>
              <a:t>+108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06240" y="2468880"/>
            <a:ext cx="1234440" cy="219456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6171A"/>
                </a:solidFill>
                <a:latin typeface="Arial"/>
              </a:rPr>
              <a:t>media+desv.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" y="3108960"/>
            <a:ext cx="4828032" cy="27432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16468"/>
                </a:solidFill>
                <a:latin typeface="Arial"/>
              </a:rPr>
              <a:t>sobre 1.190.358 parámetros de la red base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" y="3657600"/>
            <a:ext cx="5047488" cy="11155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CF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5528" y="3840480"/>
            <a:ext cx="2148840" cy="25603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6171A"/>
                </a:solidFill>
                <a:latin typeface="Arial"/>
              </a:rPr>
              <a:t>Tiempo MPS observado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5528" y="4224528"/>
            <a:ext cx="4480560" cy="25603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16468"/>
                </a:solidFill>
                <a:latin typeface="Arial"/>
              </a:rPr>
              <a:t>concat.: 4,99–5,00 h  |  ponderadas: 5,65–6,02 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5528" y="4517136"/>
            <a:ext cx="4480560" cy="2011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1">
                <a:solidFill>
                  <a:srgbClr val="B62418"/>
                </a:solidFill>
                <a:latin typeface="Arial"/>
              </a:rPr>
              <a:t>No es un benchmark aislado; no atribuye el incremento solo al bloque.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1444752"/>
            <a:ext cx="237744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E64F12"/>
                </a:solidFill>
                <a:latin typeface="Arial"/>
              </a:rPr>
              <a:t>REPRODUCIBILIDAD</a:t>
            </a:r>
          </a:p>
        </p:txBody>
      </p:sp>
      <p:sp>
        <p:nvSpPr>
          <p:cNvPr id="21" name="Oval 20"/>
          <p:cNvSpPr/>
          <p:nvPr/>
        </p:nvSpPr>
        <p:spPr>
          <a:xfrm>
            <a:off x="6492240" y="1828800"/>
            <a:ext cx="438912" cy="438912"/>
          </a:xfrm>
          <a:prstGeom prst="ellipse">
            <a:avLst/>
          </a:prstGeom>
          <a:solidFill>
            <a:srgbClr val="E64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01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86600" y="1810512"/>
            <a:ext cx="1938528" cy="237744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6171A"/>
                </a:solidFill>
                <a:latin typeface="Arial"/>
              </a:rPr>
              <a:t>Splits y manifiesto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70848" y="1819656"/>
            <a:ext cx="2331720" cy="283464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0" b="0" i="0">
                <a:solidFill>
                  <a:srgbClr val="616468"/>
                </a:solidFill>
                <a:latin typeface="Arial"/>
              </a:rPr>
              <a:t>semilla y estratos versionados</a:t>
            </a:r>
          </a:p>
        </p:txBody>
      </p:sp>
      <p:sp>
        <p:nvSpPr>
          <p:cNvPr id="24" name="Oval 23"/>
          <p:cNvSpPr/>
          <p:nvPr/>
        </p:nvSpPr>
        <p:spPr>
          <a:xfrm>
            <a:off x="6492240" y="2670048"/>
            <a:ext cx="438912" cy="438912"/>
          </a:xfrm>
          <a:prstGeom prst="ellipse">
            <a:avLst/>
          </a:prstGeom>
          <a:solidFill>
            <a:srgbClr val="E64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02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86600" y="2651760"/>
            <a:ext cx="1938528" cy="237744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6171A"/>
                </a:solidFill>
                <a:latin typeface="Arial"/>
              </a:rPr>
              <a:t>Configuraciones YAML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70848" y="2660904"/>
            <a:ext cx="2331720" cy="283464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0" b="0" i="0">
                <a:solidFill>
                  <a:srgbClr val="616468"/>
                </a:solidFill>
                <a:latin typeface="Arial"/>
              </a:rPr>
              <a:t>datos, modelos y entrenamiento</a:t>
            </a:r>
          </a:p>
        </p:txBody>
      </p:sp>
      <p:sp>
        <p:nvSpPr>
          <p:cNvPr id="27" name="Oval 26"/>
          <p:cNvSpPr/>
          <p:nvPr/>
        </p:nvSpPr>
        <p:spPr>
          <a:xfrm>
            <a:off x="6492240" y="3511296"/>
            <a:ext cx="438912" cy="438912"/>
          </a:xfrm>
          <a:prstGeom prst="ellipse">
            <a:avLst/>
          </a:prstGeom>
          <a:solidFill>
            <a:srgbClr val="E64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03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86600" y="3493008"/>
            <a:ext cx="1938528" cy="237744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6171A"/>
                </a:solidFill>
                <a:latin typeface="Arial"/>
              </a:rPr>
              <a:t>CLI reproducible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70848" y="3502152"/>
            <a:ext cx="2331720" cy="283464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0" b="0" i="0">
                <a:solidFill>
                  <a:srgbClr val="616468"/>
                </a:solidFill>
                <a:latin typeface="Arial"/>
              </a:rPr>
              <a:t>qc · splits · train · predict · evaluate</a:t>
            </a:r>
          </a:p>
        </p:txBody>
      </p:sp>
      <p:sp>
        <p:nvSpPr>
          <p:cNvPr id="30" name="Oval 29"/>
          <p:cNvSpPr/>
          <p:nvPr/>
        </p:nvSpPr>
        <p:spPr>
          <a:xfrm>
            <a:off x="6492240" y="4352544"/>
            <a:ext cx="438912" cy="438912"/>
          </a:xfrm>
          <a:prstGeom prst="ellipse">
            <a:avLst/>
          </a:prstGeom>
          <a:solidFill>
            <a:srgbClr val="E64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04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86600" y="4334256"/>
            <a:ext cx="1938528" cy="237744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6171A"/>
                </a:solidFill>
                <a:latin typeface="Arial"/>
              </a:rPr>
              <a:t>Artefactos finales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70848" y="4343400"/>
            <a:ext cx="2331720" cy="283464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0" b="0" i="0">
                <a:solidFill>
                  <a:srgbClr val="616468"/>
                </a:solidFill>
                <a:latin typeface="Arial"/>
              </a:rPr>
              <a:t>CSV y resúmenes JSON por ejecución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73952" y="5303520"/>
            <a:ext cx="4901184" cy="502920"/>
          </a:xfrm>
          <a:prstGeom prst="roundRect">
            <a:avLst/>
          </a:prstGeom>
          <a:solidFill>
            <a:srgbClr val="E64F12"/>
          </a:solidFill>
          <a:ln w="12700">
            <a:solidFill>
              <a:srgbClr val="E64F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Arial"/>
              </a:rPr>
              <a:t>12 ejecuciones de ablación rastreables de configuración a métrica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2920" y="6473952"/>
            <a:ext cx="10698480" cy="146304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616468"/>
                </a:solidFill>
                <a:latin typeface="Arial"/>
              </a:rPr>
              <a:t>Código y artefactos: tfm_brats/, configs/ y outputs/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411712" y="6199632"/>
            <a:ext cx="274320" cy="16459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616468"/>
                </a:solidFill>
                <a:latin typeface="Arial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8961120" cy="2011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E64F12"/>
                </a:solidFill>
                <a:latin typeface="Arial"/>
              </a:rPr>
              <a:t>07 · CIERRE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0058400" cy="43891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6171A"/>
                </a:solidFill>
                <a:latin typeface="Arial"/>
              </a:rPr>
              <a:t>Conclusión, límites y siguiente paso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25296"/>
            <a:ext cx="777240" cy="45720"/>
          </a:xfrm>
          <a:prstGeom prst="rect">
            <a:avLst/>
          </a:prstGeom>
          <a:solidFill>
            <a:srgbClr val="E64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543800" y="1508760"/>
            <a:ext cx="3703320" cy="3767328"/>
          </a:xfrm>
          <a:prstGeom prst="roundRect">
            <a:avLst/>
          </a:prstGeom>
          <a:solidFill>
            <a:srgbClr val="E64F12"/>
          </a:solidFill>
          <a:ln w="12700">
            <a:solidFill>
              <a:srgbClr val="E64F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973568" y="1993392"/>
            <a:ext cx="2834640" cy="256032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Arial"/>
              </a:rPr>
              <a:t>RESPUESTA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73568" y="2414016"/>
            <a:ext cx="2834640" cy="96012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500" b="1" i="0">
                <a:solidFill>
                  <a:srgbClr val="FFFFFF"/>
                </a:solidFill>
                <a:latin typeface="Arial"/>
              </a:rPr>
              <a:t>NO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99831" y="3493008"/>
            <a:ext cx="3182112" cy="347472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Arial"/>
              </a:rPr>
              <a:t>bajo el protocolo evaluado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" y="1554480"/>
            <a:ext cx="146304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E64F12"/>
                </a:solidFill>
                <a:latin typeface="Arial"/>
              </a:rPr>
              <a:t>CONCLUSIÓN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1952" y="1536192"/>
            <a:ext cx="4937760" cy="71323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6171A"/>
                </a:solidFill>
                <a:latin typeface="Arial"/>
              </a:rPr>
              <a:t>La concatenación es la opción más sencilla y una de las más estables; la ponderación global es equivalente.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40080" y="2514600"/>
            <a:ext cx="6263640" cy="0"/>
          </a:xfrm>
          <a:prstGeom prst="line">
            <a:avLst/>
          </a:prstGeom>
          <a:ln>
            <a:solidFill>
              <a:srgbClr val="CDCF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21792" y="2880360"/>
            <a:ext cx="146304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E64F12"/>
                </a:solidFill>
                <a:latin typeface="Arial"/>
              </a:rPr>
              <a:t>LÍMITES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01952" y="2862072"/>
            <a:ext cx="4937760" cy="71323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6171A"/>
                </a:solidFill>
                <a:latin typeface="Arial"/>
              </a:rPr>
              <a:t>3 semillas; 15.000 pasos; split por estudio; sin validación externa ni demostración de utilidad clínica.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40080" y="3840480"/>
            <a:ext cx="6263640" cy="0"/>
          </a:xfrm>
          <a:prstGeom prst="line">
            <a:avLst/>
          </a:prstGeom>
          <a:ln>
            <a:solidFill>
              <a:srgbClr val="CDCF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21792" y="4206240"/>
            <a:ext cx="146304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E64F12"/>
                </a:solidFill>
                <a:latin typeface="Arial"/>
              </a:rPr>
              <a:t>TRABAJO FUTURO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01952" y="4187952"/>
            <a:ext cx="4937760" cy="71323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6171A"/>
                </a:solidFill>
                <a:latin typeface="Arial"/>
              </a:rPr>
              <a:t>Agrupar por paciente, validar externamente y explorar fusión espacial o intermedia con más repeticiones.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76288" y="5550408"/>
            <a:ext cx="4370832" cy="640080"/>
          </a:xfrm>
          <a:prstGeom prst="roundRect">
            <a:avLst/>
          </a:prstGeom>
          <a:solidFill>
            <a:srgbClr val="FDECE8"/>
          </a:solidFill>
          <a:ln w="12700">
            <a:solidFill>
              <a:srgbClr val="E64F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E64F12"/>
                </a:solidFill>
                <a:latin typeface="Arial"/>
              </a:rPr>
              <a:t>Un resultado negativo multisemilla es más informativo que una mejora aislada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11712" y="6199632"/>
            <a:ext cx="274320" cy="16459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616468"/>
                </a:solidFill>
                <a:latin typeface="Arial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30352" y="502920"/>
            <a:ext cx="66294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4F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694944"/>
            <a:ext cx="2926080" cy="4572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6171A"/>
                </a:solidFill>
                <a:latin typeface="Arial"/>
              </a:rPr>
              <a:t>Gracias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61872"/>
            <a:ext cx="4114800" cy="25603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E64F12"/>
                </a:solidFill>
                <a:latin typeface="Arial"/>
              </a:rPr>
              <a:t>Preguntas y discusión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581912"/>
            <a:ext cx="2743200" cy="2011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16468"/>
                </a:solidFill>
                <a:latin typeface="Arial"/>
              </a:rPr>
              <a:t>Jesús Ferrón Rubio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882127" y="5285232"/>
            <a:ext cx="3337560" cy="585216"/>
          </a:xfrm>
          <a:prstGeom prst="roundRect">
            <a:avLst/>
          </a:prstGeom>
          <a:solidFill>
            <a:srgbClr val="E64F12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Arial"/>
              </a:rPr>
              <a:t>Dice 0,706 · 12 ejecuciones · 1 conclusión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11712" y="6199632"/>
            <a:ext cx="274320" cy="16459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FFFFFF"/>
                </a:solidFill>
                <a:latin typeface="Arial"/>
              </a:rPr>
              <a:t>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aratulas">
  <a:themeElements>
    <a:clrScheme name="Viu">
      <a:dk1>
        <a:srgbClr val="000000"/>
      </a:dk1>
      <a:lt1>
        <a:srgbClr val="FFFFFF"/>
      </a:lt1>
      <a:dk2>
        <a:srgbClr val="CDCFCE"/>
      </a:dk2>
      <a:lt2>
        <a:srgbClr val="FFFFFF"/>
      </a:lt2>
      <a:accent1>
        <a:srgbClr val="FDECE8"/>
      </a:accent1>
      <a:accent2>
        <a:srgbClr val="F5B8A1"/>
      </a:accent2>
      <a:accent3>
        <a:srgbClr val="F19672"/>
      </a:accent3>
      <a:accent4>
        <a:srgbClr val="F3A788"/>
      </a:accent4>
      <a:accent5>
        <a:srgbClr val="EB7243"/>
      </a:accent5>
      <a:accent6>
        <a:srgbClr val="E64F12"/>
      </a:accent6>
      <a:hlink>
        <a:srgbClr val="000000"/>
      </a:hlink>
      <a:folHlink>
        <a:srgbClr val="000000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UMMA_PlantillaPpt_VIU_V3 TIPOS CORPORATIVAS" id="{0945344E-95D9-F64E-A5CC-664A37B35252}" vid="{D6AD5BDC-0BBE-BA4E-8263-E0887E4E75BB}"/>
    </a:ext>
  </a:extLst>
</a:theme>
</file>

<file path=ppt/theme/theme2.xml><?xml version="1.0" encoding="utf-8"?>
<a:theme xmlns:a="http://schemas.openxmlformats.org/drawingml/2006/main" name="Capítulo">
  <a:themeElements>
    <a:clrScheme name="Viu">
      <a:dk1>
        <a:srgbClr val="000000"/>
      </a:dk1>
      <a:lt1>
        <a:srgbClr val="FFFFFF"/>
      </a:lt1>
      <a:dk2>
        <a:srgbClr val="CDCFCE"/>
      </a:dk2>
      <a:lt2>
        <a:srgbClr val="FFFFFF"/>
      </a:lt2>
      <a:accent1>
        <a:srgbClr val="FDECE8"/>
      </a:accent1>
      <a:accent2>
        <a:srgbClr val="F5B8A1"/>
      </a:accent2>
      <a:accent3>
        <a:srgbClr val="F19672"/>
      </a:accent3>
      <a:accent4>
        <a:srgbClr val="F3A788"/>
      </a:accent4>
      <a:accent5>
        <a:srgbClr val="EB7243"/>
      </a:accent5>
      <a:accent6>
        <a:srgbClr val="E64F12"/>
      </a:accent6>
      <a:hlink>
        <a:srgbClr val="000000"/>
      </a:hlink>
      <a:folHlink>
        <a:srgbClr val="000000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UMMA_PlantillaPpt_VIU_V3 TIPOS CORPORATIVAS" id="{0945344E-95D9-F64E-A5CC-664A37B35252}" vid="{1F0C2304-CBCC-B64F-A294-FFB31C1B0435}"/>
    </a:ext>
  </a:extLst>
</a:theme>
</file>

<file path=ppt/theme/theme3.xml><?xml version="1.0" encoding="utf-8"?>
<a:theme xmlns:a="http://schemas.openxmlformats.org/drawingml/2006/main" name="Destacados Slide">
  <a:themeElements>
    <a:clrScheme name="Viu">
      <a:dk1>
        <a:srgbClr val="000000"/>
      </a:dk1>
      <a:lt1>
        <a:srgbClr val="FFFFFF"/>
      </a:lt1>
      <a:dk2>
        <a:srgbClr val="CDCFCE"/>
      </a:dk2>
      <a:lt2>
        <a:srgbClr val="E54E13"/>
      </a:lt2>
      <a:accent1>
        <a:srgbClr val="FDECE8"/>
      </a:accent1>
      <a:accent2>
        <a:srgbClr val="F5B8A1"/>
      </a:accent2>
      <a:accent3>
        <a:srgbClr val="F19672"/>
      </a:accent3>
      <a:accent4>
        <a:srgbClr val="F3A788"/>
      </a:accent4>
      <a:accent5>
        <a:srgbClr val="EB7243"/>
      </a:accent5>
      <a:accent6>
        <a:srgbClr val="E64F12"/>
      </a:accent6>
      <a:hlink>
        <a:srgbClr val="000000"/>
      </a:hlink>
      <a:folHlink>
        <a:srgbClr val="000000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UMMA_PlantillaPpt_VIU_V3 TIPOS CORPORATIVAS" id="{0945344E-95D9-F64E-A5CC-664A37B35252}" vid="{CB959A07-0623-4844-BF21-F38DDB541755}"/>
    </a:ext>
  </a:extLst>
</a:theme>
</file>

<file path=ppt/theme/theme4.xml><?xml version="1.0" encoding="utf-8"?>
<a:theme xmlns:a="http://schemas.openxmlformats.org/drawingml/2006/main" name="Contenido Slide">
  <a:themeElements>
    <a:clrScheme name="Viu">
      <a:dk1>
        <a:srgbClr val="000000"/>
      </a:dk1>
      <a:lt1>
        <a:srgbClr val="FFFFFF"/>
      </a:lt1>
      <a:dk2>
        <a:srgbClr val="CDCFCE"/>
      </a:dk2>
      <a:lt2>
        <a:srgbClr val="E54E13"/>
      </a:lt2>
      <a:accent1>
        <a:srgbClr val="FDECE8"/>
      </a:accent1>
      <a:accent2>
        <a:srgbClr val="F5B8A1"/>
      </a:accent2>
      <a:accent3>
        <a:srgbClr val="F19672"/>
      </a:accent3>
      <a:accent4>
        <a:srgbClr val="F3A788"/>
      </a:accent4>
      <a:accent5>
        <a:srgbClr val="EB7243"/>
      </a:accent5>
      <a:accent6>
        <a:srgbClr val="E64F12"/>
      </a:accent6>
      <a:hlink>
        <a:srgbClr val="000000"/>
      </a:hlink>
      <a:folHlink>
        <a:srgbClr val="000000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UMMA_PlantillaPpt_VIU_V3 TIPOS CORPORATIVAS" id="{0945344E-95D9-F64E-A5CC-664A37B35252}" vid="{BB69BB77-6BDA-9E44-B237-9ABF44CF2275}"/>
    </a:ext>
  </a:extLst>
</a:theme>
</file>

<file path=ppt/theme/theme5.xml><?xml version="1.0" encoding="utf-8"?>
<a:theme xmlns:a="http://schemas.openxmlformats.org/drawingml/2006/main" name="Gráficos">
  <a:themeElements>
    <a:clrScheme name="Viu gráficos">
      <a:dk1>
        <a:srgbClr val="000000"/>
      </a:dk1>
      <a:lt1>
        <a:srgbClr val="FFFFFF"/>
      </a:lt1>
      <a:dk2>
        <a:srgbClr val="CDCFCE"/>
      </a:dk2>
      <a:lt2>
        <a:srgbClr val="E54E13"/>
      </a:lt2>
      <a:accent1>
        <a:srgbClr val="E45115"/>
      </a:accent1>
      <a:accent2>
        <a:srgbClr val="EC7240"/>
      </a:accent2>
      <a:accent3>
        <a:srgbClr val="F2A788"/>
      </a:accent3>
      <a:accent4>
        <a:srgbClr val="F19672"/>
      </a:accent4>
      <a:accent5>
        <a:srgbClr val="F5B8A0"/>
      </a:accent5>
      <a:accent6>
        <a:srgbClr val="FEEDE5"/>
      </a:accent6>
      <a:hlink>
        <a:srgbClr val="000000"/>
      </a:hlink>
      <a:folHlink>
        <a:srgbClr val="000000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UMMA_PlantillaPpt_VIU_V3 TIPOS CORPORATIVAS" id="{0945344E-95D9-F64E-A5CC-664A37B35252}" vid="{2044519A-EC62-8F43-A324-B8425A2A0DD8}"/>
    </a:ext>
  </a:extLst>
</a:theme>
</file>

<file path=ppt/theme/theme6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SUMMA_PlantillaPpt_VIU_V3 TIPOS CORPORATIVAS</Template>
  <TotalTime>4</TotalTime>
  <Words>0</Words>
  <Application>Microsoft Office PowerPoint</Application>
  <PresentationFormat>Panorámica</PresentationFormat>
  <Paragraphs>0</Paragraphs>
  <Slides>10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5</vt:i4>
      </vt:variant>
      <vt:variant>
        <vt:lpstr>Títulos de diapositiva</vt:lpstr>
      </vt:variant>
      <vt:variant>
        <vt:i4>10</vt:i4>
      </vt:variant>
    </vt:vector>
  </HeadingPairs>
  <TitlesOfParts>
    <vt:vector size="21" baseType="lpstr">
      <vt:lpstr>Arial</vt:lpstr>
      <vt:lpstr>Calibri</vt:lpstr>
      <vt:lpstr>FS Pimlico</vt:lpstr>
      <vt:lpstr>Periodico Display</vt:lpstr>
      <vt:lpstr>Periodico Display UltraLight</vt:lpstr>
      <vt:lpstr>Visuelt Pro</vt:lpstr>
      <vt:lpstr>Caratulas</vt:lpstr>
      <vt:lpstr>Capítulo</vt:lpstr>
      <vt:lpstr>Destacados Slide</vt:lpstr>
      <vt:lpstr>Contenido Slide</vt:lpstr>
      <vt:lpstr>Gráficos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Planeta Sistemas y Operaciones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Segmentación de tumores cerebrales en resonancia magnética multimodal</dc:title>
  <dc:creator>Jesús Ferrón Rubio</dc:creator>
  <cp:lastModifiedBy>Mario Alfonso Inclan Nafria</cp:lastModifiedBy>
  <cp:revision>2</cp:revision>
  <dcterms:created xsi:type="dcterms:W3CDTF">2020-12-02T10:46:51Z</dcterms:created>
  <dcterms:modified xsi:type="dcterms:W3CDTF">2022-03-09T21:30:07Z</dcterms:modified>
  <dc:subject>Presentación de defensa del Trabajo Fin de Máster</dc:subject>
  <cp:keywords>TFM, BraTS-GLI 2024, segmentación 3D, fusión multimodal, MONAI</cp:keywords>
</cp:coreProperties>
</file>